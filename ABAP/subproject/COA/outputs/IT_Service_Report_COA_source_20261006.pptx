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7" r:id="rId1"/>
    <p:sldMasterId id="2147483820" r:id="rId2"/>
    <p:sldMasterId id="2147483976" r:id="rId3"/>
    <p:sldMasterId id="2147484060" r:id="rId4"/>
  </p:sldMasterIdLst>
  <p:notesMasterIdLst>
    <p:notesMasterId r:id="rId8"/>
  </p:notesMasterIdLst>
  <p:sldIdLst>
    <p:sldId id="949" r:id="rId5"/>
    <p:sldId id="983" r:id="rId6"/>
    <p:sldId id="98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D5A6"/>
    <a:srgbClr val="3EC6A6"/>
    <a:srgbClr val="92C340"/>
    <a:srgbClr val="0D70B6"/>
    <a:srgbClr val="214A8D"/>
    <a:srgbClr val="204B8E"/>
    <a:srgbClr val="60943A"/>
    <a:srgbClr val="E4E4E4"/>
    <a:srgbClr val="184AB8"/>
    <a:srgbClr val="165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41" autoAdjust="0"/>
    <p:restoredTop sz="93979" autoAdjust="0"/>
  </p:normalViewPr>
  <p:slideViewPr>
    <p:cSldViewPr snapToGrid="0">
      <p:cViewPr varScale="1">
        <p:scale>
          <a:sx n="81" d="100"/>
          <a:sy n="81" d="100"/>
        </p:scale>
        <p:origin x="845" y="9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8B1B04-7018-4CA9-8087-33ECB3746589}" type="datetimeFigureOut">
              <a:rPr lang="en-US" smtClean="0"/>
              <a:t>10/6/2026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164CEA-1551-40F6-BB48-14A212017A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8676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164CEA-1551-40F6-BB48-14A212017A2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7148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T INFR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198121" y="151083"/>
            <a:ext cx="11795759" cy="327964"/>
            <a:chOff x="152401" y="151083"/>
            <a:chExt cx="11795759" cy="327964"/>
          </a:xfrm>
        </p:grpSpPr>
        <p:sp>
          <p:nvSpPr>
            <p:cNvPr id="4" name="Text Placeholder 4"/>
            <p:cNvSpPr txBox="1">
              <a:spLocks/>
            </p:cNvSpPr>
            <p:nvPr userDrawn="1"/>
          </p:nvSpPr>
          <p:spPr bwMode="black">
            <a:xfrm>
              <a:off x="6637851" y="203466"/>
              <a:ext cx="5310309" cy="234252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1088558" rtl="0" eaLnBrk="1" latinLnBrk="0" hangingPunct="1">
                <a:spcBef>
                  <a:spcPts val="1800"/>
                </a:spcBef>
                <a:buClr>
                  <a:schemeClr val="accent1"/>
                </a:buClr>
                <a:buSzPct val="80000"/>
                <a:buFontTx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79964" indent="-179964" algn="l" defTabSz="1088558" rtl="0" eaLnBrk="1" latinLnBrk="0" hangingPunct="1">
                <a:spcBef>
                  <a:spcPts val="600"/>
                </a:spcBef>
                <a:buClr>
                  <a:schemeClr val="accent1"/>
                </a:buClr>
                <a:buSzPct val="100000"/>
                <a:buFont typeface="Wingdings" pitchFamily="2" charset="2"/>
                <a:buChar char="§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58775" indent="-179388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00000"/>
                <a:buFont typeface="Arial" panose="020B0604020202020204" pitchFamily="34" charset="0"/>
                <a:buChar char="–"/>
                <a:defRPr lang="en-US" sz="14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892" indent="-179964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20000"/>
                <a:buFont typeface="Arial" pitchFamily="34" charset="0"/>
                <a:buChar char="▫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19856" indent="-179964" algn="l" defTabSz="1088558" rtl="0" eaLnBrk="1" latinLnBrk="0" hangingPunct="1">
                <a:spcBef>
                  <a:spcPts val="100"/>
                </a:spcBef>
                <a:buClr>
                  <a:schemeClr val="tx1"/>
                </a:buClr>
                <a:buSzPct val="100000"/>
                <a:buFont typeface="Symbol" panose="05050102010706020507" pitchFamily="18" charset="2"/>
                <a:buChar char="-"/>
                <a:defRPr sz="11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3535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37814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08209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62637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1088558" rtl="0" eaLnBrk="1" fontAlgn="auto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IT INFRASTRUCTURE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| IT SECURITY | SAP | SAP &amp; NON-SAP | NON-SAP</a:t>
              </a:r>
            </a:p>
          </p:txBody>
        </p:sp>
        <p:sp>
          <p:nvSpPr>
            <p:cNvPr id="18" name="Rectangle 17"/>
            <p:cNvSpPr/>
            <p:nvPr userDrawn="1"/>
          </p:nvSpPr>
          <p:spPr bwMode="gray">
            <a:xfrm>
              <a:off x="2346960" y="451615"/>
              <a:ext cx="9601200" cy="27432"/>
            </a:xfrm>
            <a:prstGeom prst="rect">
              <a:avLst/>
            </a:prstGeom>
            <a:gradFill flip="none" rotWithShape="1">
              <a:gsLst>
                <a:gs pos="99153">
                  <a:srgbClr val="0160B7"/>
                </a:gs>
                <a:gs pos="67000">
                  <a:srgbClr val="0160B7">
                    <a:alpha val="20000"/>
                  </a:srgbClr>
                </a:gs>
                <a:gs pos="0">
                  <a:srgbClr val="0A2966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lvl="0" algn="ctr" fontAlgn="base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19" name="Rounded Rectangle 18"/>
            <p:cNvSpPr/>
            <p:nvPr userDrawn="1"/>
          </p:nvSpPr>
          <p:spPr bwMode="gray">
            <a:xfrm>
              <a:off x="152401" y="151083"/>
              <a:ext cx="2194559" cy="327964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80000">
                  <a:srgbClr val="002060">
                    <a:alpha val="96000"/>
                  </a:srgbClr>
                </a:gs>
                <a:gs pos="0">
                  <a:srgbClr val="0160B7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lvl="0" algn="ctr" fontAlgn="base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24" name="TextBox 23"/>
            <p:cNvSpPr txBox="1"/>
            <p:nvPr userDrawn="1"/>
          </p:nvSpPr>
          <p:spPr>
            <a:xfrm>
              <a:off x="517607" y="213700"/>
              <a:ext cx="1686359" cy="1769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r>
                <a:rPr lang="en-US" sz="1150" b="0" kern="0" dirty="0">
                  <a:solidFill>
                    <a:schemeClr val="bg1"/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  <a:t>IT</a:t>
              </a:r>
              <a:r>
                <a:rPr lang="en-US" sz="1150" b="0" kern="0" baseline="0" dirty="0">
                  <a:solidFill>
                    <a:schemeClr val="bg1"/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  <a:t> SERVICE REPORT 2025</a:t>
              </a:r>
              <a:endParaRPr lang="en-US" sz="1150" b="0" kern="0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86" y="223625"/>
              <a:ext cx="164592" cy="164592"/>
            </a:xfrm>
            <a:prstGeom prst="rect">
              <a:avLst/>
            </a:prstGeom>
          </p:spPr>
        </p:pic>
      </p:grpSp>
      <p:sp>
        <p:nvSpPr>
          <p:cNvPr id="5" name="Right Triangle 4"/>
          <p:cNvSpPr/>
          <p:nvPr userDrawn="1"/>
        </p:nvSpPr>
        <p:spPr bwMode="gray">
          <a:xfrm>
            <a:off x="2392680" y="151083"/>
            <a:ext cx="175260" cy="327964"/>
          </a:xfrm>
          <a:prstGeom prst="rtTriangle">
            <a:avLst/>
          </a:prstGeom>
          <a:solidFill>
            <a:srgbClr val="0A2966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923649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T SECURIT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198121" y="151083"/>
            <a:ext cx="11795759" cy="327964"/>
            <a:chOff x="152401" y="151083"/>
            <a:chExt cx="11795759" cy="327964"/>
          </a:xfrm>
        </p:grpSpPr>
        <p:sp>
          <p:nvSpPr>
            <p:cNvPr id="4" name="Text Placeholder 4"/>
            <p:cNvSpPr txBox="1">
              <a:spLocks/>
            </p:cNvSpPr>
            <p:nvPr userDrawn="1"/>
          </p:nvSpPr>
          <p:spPr bwMode="black">
            <a:xfrm>
              <a:off x="6637851" y="203466"/>
              <a:ext cx="5310309" cy="234252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1088558" rtl="0" eaLnBrk="1" latinLnBrk="0" hangingPunct="1">
                <a:spcBef>
                  <a:spcPts val="1800"/>
                </a:spcBef>
                <a:buClr>
                  <a:schemeClr val="accent1"/>
                </a:buClr>
                <a:buSzPct val="80000"/>
                <a:buFontTx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79964" indent="-179964" algn="l" defTabSz="1088558" rtl="0" eaLnBrk="1" latinLnBrk="0" hangingPunct="1">
                <a:spcBef>
                  <a:spcPts val="600"/>
                </a:spcBef>
                <a:buClr>
                  <a:schemeClr val="accent1"/>
                </a:buClr>
                <a:buSzPct val="100000"/>
                <a:buFont typeface="Wingdings" pitchFamily="2" charset="2"/>
                <a:buChar char="§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58775" indent="-179388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00000"/>
                <a:buFont typeface="Arial" panose="020B0604020202020204" pitchFamily="34" charset="0"/>
                <a:buChar char="–"/>
                <a:defRPr lang="en-US" sz="14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892" indent="-179964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20000"/>
                <a:buFont typeface="Arial" pitchFamily="34" charset="0"/>
                <a:buChar char="▫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19856" indent="-179964" algn="l" defTabSz="1088558" rtl="0" eaLnBrk="1" latinLnBrk="0" hangingPunct="1">
                <a:spcBef>
                  <a:spcPts val="100"/>
                </a:spcBef>
                <a:buClr>
                  <a:schemeClr val="tx1"/>
                </a:buClr>
                <a:buSzPct val="100000"/>
                <a:buFont typeface="Symbol" panose="05050102010706020507" pitchFamily="18" charset="2"/>
                <a:buChar char="-"/>
                <a:defRPr sz="11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3535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37814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08209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62637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1088558" rtl="0" eaLnBrk="1" fontAlgn="auto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IT INFRASTRUCTURE | 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IT SECURITY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| SAP | SAP &amp; NON-SAP | NON-SAP</a:t>
              </a:r>
            </a:p>
          </p:txBody>
        </p:sp>
        <p:sp>
          <p:nvSpPr>
            <p:cNvPr id="18" name="Rectangle 17"/>
            <p:cNvSpPr/>
            <p:nvPr userDrawn="1"/>
          </p:nvSpPr>
          <p:spPr bwMode="gray">
            <a:xfrm>
              <a:off x="2346960" y="451615"/>
              <a:ext cx="9601200" cy="27432"/>
            </a:xfrm>
            <a:prstGeom prst="rect">
              <a:avLst/>
            </a:prstGeom>
            <a:gradFill flip="none" rotWithShape="1">
              <a:gsLst>
                <a:gs pos="99153">
                  <a:srgbClr val="0160B7"/>
                </a:gs>
                <a:gs pos="67000">
                  <a:srgbClr val="0160B7">
                    <a:alpha val="20000"/>
                  </a:srgbClr>
                </a:gs>
                <a:gs pos="0">
                  <a:srgbClr val="0A2966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lvl="0" algn="ctr" fontAlgn="base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19" name="Rounded Rectangle 18"/>
            <p:cNvSpPr/>
            <p:nvPr userDrawn="1"/>
          </p:nvSpPr>
          <p:spPr bwMode="gray">
            <a:xfrm>
              <a:off x="152401" y="151083"/>
              <a:ext cx="2194559" cy="327964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80000">
                  <a:srgbClr val="002060">
                    <a:alpha val="96000"/>
                  </a:srgbClr>
                </a:gs>
                <a:gs pos="0">
                  <a:srgbClr val="0160B7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lvl="0" algn="ctr" fontAlgn="base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24" name="TextBox 23"/>
            <p:cNvSpPr txBox="1"/>
            <p:nvPr userDrawn="1"/>
          </p:nvSpPr>
          <p:spPr>
            <a:xfrm>
              <a:off x="517607" y="213700"/>
              <a:ext cx="1686359" cy="1769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r>
                <a:rPr lang="en-US" sz="1150" b="0" kern="0" dirty="0">
                  <a:solidFill>
                    <a:schemeClr val="bg1"/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  <a:t>IT</a:t>
              </a:r>
              <a:r>
                <a:rPr lang="en-US" sz="1150" b="0" kern="0" baseline="0" dirty="0">
                  <a:solidFill>
                    <a:schemeClr val="bg1"/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  <a:t> SERVICE REPORT 2025</a:t>
              </a:r>
              <a:endParaRPr lang="en-US" sz="1150" b="0" kern="0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86" y="223625"/>
              <a:ext cx="164592" cy="164592"/>
            </a:xfrm>
            <a:prstGeom prst="rect">
              <a:avLst/>
            </a:prstGeom>
          </p:spPr>
        </p:pic>
      </p:grpSp>
      <p:sp>
        <p:nvSpPr>
          <p:cNvPr id="5" name="Right Triangle 4"/>
          <p:cNvSpPr/>
          <p:nvPr userDrawn="1"/>
        </p:nvSpPr>
        <p:spPr bwMode="gray">
          <a:xfrm>
            <a:off x="2392680" y="151083"/>
            <a:ext cx="175260" cy="327964"/>
          </a:xfrm>
          <a:prstGeom prst="rtTriangle">
            <a:avLst/>
          </a:prstGeom>
          <a:solidFill>
            <a:srgbClr val="0A2966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85995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A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198121" y="151083"/>
            <a:ext cx="11795759" cy="327964"/>
            <a:chOff x="152401" y="151083"/>
            <a:chExt cx="11795759" cy="327964"/>
          </a:xfrm>
        </p:grpSpPr>
        <p:sp>
          <p:nvSpPr>
            <p:cNvPr id="4" name="Text Placeholder 4"/>
            <p:cNvSpPr txBox="1">
              <a:spLocks/>
            </p:cNvSpPr>
            <p:nvPr userDrawn="1"/>
          </p:nvSpPr>
          <p:spPr bwMode="black">
            <a:xfrm>
              <a:off x="6637851" y="203466"/>
              <a:ext cx="5310309" cy="234252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1088558" rtl="0" eaLnBrk="1" latinLnBrk="0" hangingPunct="1">
                <a:spcBef>
                  <a:spcPts val="1800"/>
                </a:spcBef>
                <a:buClr>
                  <a:schemeClr val="accent1"/>
                </a:buClr>
                <a:buSzPct val="80000"/>
                <a:buFontTx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79964" indent="-179964" algn="l" defTabSz="1088558" rtl="0" eaLnBrk="1" latinLnBrk="0" hangingPunct="1">
                <a:spcBef>
                  <a:spcPts val="600"/>
                </a:spcBef>
                <a:buClr>
                  <a:schemeClr val="accent1"/>
                </a:buClr>
                <a:buSzPct val="100000"/>
                <a:buFont typeface="Wingdings" pitchFamily="2" charset="2"/>
                <a:buChar char="§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58775" indent="-179388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00000"/>
                <a:buFont typeface="Arial" panose="020B0604020202020204" pitchFamily="34" charset="0"/>
                <a:buChar char="–"/>
                <a:defRPr lang="en-US" sz="14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892" indent="-179964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20000"/>
                <a:buFont typeface="Arial" pitchFamily="34" charset="0"/>
                <a:buChar char="▫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19856" indent="-179964" algn="l" defTabSz="1088558" rtl="0" eaLnBrk="1" latinLnBrk="0" hangingPunct="1">
                <a:spcBef>
                  <a:spcPts val="100"/>
                </a:spcBef>
                <a:buClr>
                  <a:schemeClr val="tx1"/>
                </a:buClr>
                <a:buSzPct val="100000"/>
                <a:buFont typeface="Symbol" panose="05050102010706020507" pitchFamily="18" charset="2"/>
                <a:buChar char="-"/>
                <a:defRPr sz="11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3535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37814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08209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62637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1088558" rtl="0" eaLnBrk="1" fontAlgn="auto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IT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INFRASTRUCTURE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| IT SECURITY | 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SAP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 | SAP &amp; NON-SAP | NON-SAP</a:t>
              </a:r>
            </a:p>
          </p:txBody>
        </p:sp>
        <p:sp>
          <p:nvSpPr>
            <p:cNvPr id="18" name="Rectangle 17"/>
            <p:cNvSpPr/>
            <p:nvPr userDrawn="1"/>
          </p:nvSpPr>
          <p:spPr bwMode="gray">
            <a:xfrm>
              <a:off x="2346960" y="451615"/>
              <a:ext cx="9601200" cy="27432"/>
            </a:xfrm>
            <a:prstGeom prst="rect">
              <a:avLst/>
            </a:prstGeom>
            <a:gradFill flip="none" rotWithShape="1">
              <a:gsLst>
                <a:gs pos="99153">
                  <a:srgbClr val="0160B7"/>
                </a:gs>
                <a:gs pos="67000">
                  <a:srgbClr val="0160B7">
                    <a:alpha val="20000"/>
                  </a:srgbClr>
                </a:gs>
                <a:gs pos="0">
                  <a:srgbClr val="0A2966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lvl="0" algn="ctr" fontAlgn="base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19" name="Rounded Rectangle 18"/>
            <p:cNvSpPr/>
            <p:nvPr userDrawn="1"/>
          </p:nvSpPr>
          <p:spPr bwMode="gray">
            <a:xfrm>
              <a:off x="152401" y="151083"/>
              <a:ext cx="2194559" cy="327964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80000">
                  <a:srgbClr val="002060">
                    <a:alpha val="96000"/>
                  </a:srgbClr>
                </a:gs>
                <a:gs pos="0">
                  <a:srgbClr val="0160B7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lvl="0" algn="ctr" fontAlgn="base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24" name="TextBox 23"/>
            <p:cNvSpPr txBox="1"/>
            <p:nvPr userDrawn="1"/>
          </p:nvSpPr>
          <p:spPr>
            <a:xfrm>
              <a:off x="517607" y="213700"/>
              <a:ext cx="1686359" cy="1769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r>
                <a:rPr lang="en-US" sz="1150" b="0" kern="0" dirty="0">
                  <a:solidFill>
                    <a:schemeClr val="bg1"/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  <a:t>IT</a:t>
              </a:r>
              <a:r>
                <a:rPr lang="en-US" sz="1150" b="0" kern="0" baseline="0" dirty="0">
                  <a:solidFill>
                    <a:schemeClr val="bg1"/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  <a:t> SERVICE REPORT 2025</a:t>
              </a:r>
              <a:endParaRPr lang="en-US" sz="1150" b="0" kern="0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86" y="223625"/>
              <a:ext cx="164592" cy="164592"/>
            </a:xfrm>
            <a:prstGeom prst="rect">
              <a:avLst/>
            </a:prstGeom>
          </p:spPr>
        </p:pic>
      </p:grpSp>
      <p:sp>
        <p:nvSpPr>
          <p:cNvPr id="5" name="Right Triangle 4"/>
          <p:cNvSpPr/>
          <p:nvPr userDrawn="1"/>
        </p:nvSpPr>
        <p:spPr bwMode="gray">
          <a:xfrm>
            <a:off x="2392680" y="151083"/>
            <a:ext cx="175260" cy="327964"/>
          </a:xfrm>
          <a:prstGeom prst="rtTriangle">
            <a:avLst/>
          </a:prstGeom>
          <a:solidFill>
            <a:srgbClr val="0A2966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93581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AP NONSA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198121" y="151083"/>
            <a:ext cx="11795759" cy="327964"/>
            <a:chOff x="152401" y="151083"/>
            <a:chExt cx="11795759" cy="327964"/>
          </a:xfrm>
        </p:grpSpPr>
        <p:sp>
          <p:nvSpPr>
            <p:cNvPr id="4" name="Text Placeholder 4"/>
            <p:cNvSpPr txBox="1">
              <a:spLocks/>
            </p:cNvSpPr>
            <p:nvPr userDrawn="1"/>
          </p:nvSpPr>
          <p:spPr bwMode="black">
            <a:xfrm>
              <a:off x="6637851" y="203466"/>
              <a:ext cx="5310309" cy="234252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1088558" rtl="0" eaLnBrk="1" latinLnBrk="0" hangingPunct="1">
                <a:spcBef>
                  <a:spcPts val="1800"/>
                </a:spcBef>
                <a:buClr>
                  <a:schemeClr val="accent1"/>
                </a:buClr>
                <a:buSzPct val="80000"/>
                <a:buFontTx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79964" indent="-179964" algn="l" defTabSz="1088558" rtl="0" eaLnBrk="1" latinLnBrk="0" hangingPunct="1">
                <a:spcBef>
                  <a:spcPts val="600"/>
                </a:spcBef>
                <a:buClr>
                  <a:schemeClr val="accent1"/>
                </a:buClr>
                <a:buSzPct val="100000"/>
                <a:buFont typeface="Wingdings" pitchFamily="2" charset="2"/>
                <a:buChar char="§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58775" indent="-179388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00000"/>
                <a:buFont typeface="Arial" panose="020B0604020202020204" pitchFamily="34" charset="0"/>
                <a:buChar char="–"/>
                <a:defRPr lang="en-US" sz="14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892" indent="-179964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20000"/>
                <a:buFont typeface="Arial" pitchFamily="34" charset="0"/>
                <a:buChar char="▫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19856" indent="-179964" algn="l" defTabSz="1088558" rtl="0" eaLnBrk="1" latinLnBrk="0" hangingPunct="1">
                <a:spcBef>
                  <a:spcPts val="100"/>
                </a:spcBef>
                <a:buClr>
                  <a:schemeClr val="tx1"/>
                </a:buClr>
                <a:buSzPct val="100000"/>
                <a:buFont typeface="Symbol" panose="05050102010706020507" pitchFamily="18" charset="2"/>
                <a:buChar char="-"/>
                <a:defRPr sz="11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3535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37814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08209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62637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1088558" rtl="0" eaLnBrk="1" fontAlgn="auto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IT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INFRASTRUCTURE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| IT SECURITY | SAP | 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SAP &amp; NON-SAP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| NON-SAP</a:t>
              </a:r>
            </a:p>
          </p:txBody>
        </p:sp>
        <p:sp>
          <p:nvSpPr>
            <p:cNvPr id="18" name="Rectangle 17"/>
            <p:cNvSpPr/>
            <p:nvPr userDrawn="1"/>
          </p:nvSpPr>
          <p:spPr bwMode="gray">
            <a:xfrm>
              <a:off x="2346960" y="451615"/>
              <a:ext cx="9601200" cy="27432"/>
            </a:xfrm>
            <a:prstGeom prst="rect">
              <a:avLst/>
            </a:prstGeom>
            <a:gradFill flip="none" rotWithShape="1">
              <a:gsLst>
                <a:gs pos="99153">
                  <a:srgbClr val="0160B7"/>
                </a:gs>
                <a:gs pos="67000">
                  <a:srgbClr val="0160B7">
                    <a:alpha val="20000"/>
                  </a:srgbClr>
                </a:gs>
                <a:gs pos="0">
                  <a:srgbClr val="0A2966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lvl="0" algn="ctr" fontAlgn="base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19" name="Rounded Rectangle 18"/>
            <p:cNvSpPr/>
            <p:nvPr userDrawn="1"/>
          </p:nvSpPr>
          <p:spPr bwMode="gray">
            <a:xfrm>
              <a:off x="152401" y="151083"/>
              <a:ext cx="2194559" cy="327964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80000">
                  <a:srgbClr val="002060">
                    <a:alpha val="96000"/>
                  </a:srgbClr>
                </a:gs>
                <a:gs pos="0">
                  <a:srgbClr val="0160B7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lvl="0" algn="ctr" fontAlgn="base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24" name="TextBox 23"/>
            <p:cNvSpPr txBox="1"/>
            <p:nvPr userDrawn="1"/>
          </p:nvSpPr>
          <p:spPr>
            <a:xfrm>
              <a:off x="517607" y="213700"/>
              <a:ext cx="1686359" cy="1769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r>
                <a:rPr lang="en-US" sz="1150" b="0" kern="0" dirty="0">
                  <a:solidFill>
                    <a:schemeClr val="bg1"/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  <a:t>IT</a:t>
              </a:r>
              <a:r>
                <a:rPr lang="en-US" sz="1150" b="0" kern="0" baseline="0" dirty="0">
                  <a:solidFill>
                    <a:schemeClr val="bg1"/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  <a:t> SERVICE REPORT 2025</a:t>
              </a:r>
              <a:endParaRPr lang="en-US" sz="1150" b="0" kern="0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86" y="223625"/>
              <a:ext cx="164592" cy="164592"/>
            </a:xfrm>
            <a:prstGeom prst="rect">
              <a:avLst/>
            </a:prstGeom>
          </p:spPr>
        </p:pic>
      </p:grpSp>
      <p:sp>
        <p:nvSpPr>
          <p:cNvPr id="5" name="Right Triangle 4"/>
          <p:cNvSpPr/>
          <p:nvPr userDrawn="1"/>
        </p:nvSpPr>
        <p:spPr bwMode="gray">
          <a:xfrm>
            <a:off x="2392680" y="151083"/>
            <a:ext cx="175260" cy="327964"/>
          </a:xfrm>
          <a:prstGeom prst="rtTriangle">
            <a:avLst/>
          </a:prstGeom>
          <a:solidFill>
            <a:srgbClr val="0A2966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93645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NON SA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198121" y="151083"/>
            <a:ext cx="11795759" cy="327964"/>
            <a:chOff x="152401" y="151083"/>
            <a:chExt cx="11795759" cy="327964"/>
          </a:xfrm>
        </p:grpSpPr>
        <p:sp>
          <p:nvSpPr>
            <p:cNvPr id="4" name="Text Placeholder 4"/>
            <p:cNvSpPr txBox="1">
              <a:spLocks/>
            </p:cNvSpPr>
            <p:nvPr userDrawn="1"/>
          </p:nvSpPr>
          <p:spPr bwMode="black">
            <a:xfrm>
              <a:off x="6637851" y="203466"/>
              <a:ext cx="5310309" cy="234252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1088558" rtl="0" eaLnBrk="1" latinLnBrk="0" hangingPunct="1">
                <a:spcBef>
                  <a:spcPts val="1800"/>
                </a:spcBef>
                <a:buClr>
                  <a:schemeClr val="accent1"/>
                </a:buClr>
                <a:buSzPct val="80000"/>
                <a:buFontTx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79964" indent="-179964" algn="l" defTabSz="1088558" rtl="0" eaLnBrk="1" latinLnBrk="0" hangingPunct="1">
                <a:spcBef>
                  <a:spcPts val="600"/>
                </a:spcBef>
                <a:buClr>
                  <a:schemeClr val="accent1"/>
                </a:buClr>
                <a:buSzPct val="100000"/>
                <a:buFont typeface="Wingdings" pitchFamily="2" charset="2"/>
                <a:buChar char="§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58775" indent="-179388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00000"/>
                <a:buFont typeface="Arial" panose="020B0604020202020204" pitchFamily="34" charset="0"/>
                <a:buChar char="–"/>
                <a:defRPr lang="en-US" sz="14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892" indent="-179964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20000"/>
                <a:buFont typeface="Arial" pitchFamily="34" charset="0"/>
                <a:buChar char="▫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19856" indent="-179964" algn="l" defTabSz="1088558" rtl="0" eaLnBrk="1" latinLnBrk="0" hangingPunct="1">
                <a:spcBef>
                  <a:spcPts val="100"/>
                </a:spcBef>
                <a:buClr>
                  <a:schemeClr val="tx1"/>
                </a:buClr>
                <a:buSzPct val="100000"/>
                <a:buFont typeface="Symbol" panose="05050102010706020507" pitchFamily="18" charset="2"/>
                <a:buChar char="-"/>
                <a:defRPr sz="11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3535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37814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08209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62637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1088558" rtl="0" eaLnBrk="1" fontAlgn="auto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IT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INFRASTRUCTURE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| IT SECURITY | SAP | SAP &amp; NON-SAP | 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NON-SAP</a:t>
              </a:r>
            </a:p>
          </p:txBody>
        </p:sp>
        <p:sp>
          <p:nvSpPr>
            <p:cNvPr id="18" name="Rectangle 17"/>
            <p:cNvSpPr/>
            <p:nvPr userDrawn="1"/>
          </p:nvSpPr>
          <p:spPr bwMode="gray">
            <a:xfrm>
              <a:off x="2346960" y="451615"/>
              <a:ext cx="9601200" cy="27432"/>
            </a:xfrm>
            <a:prstGeom prst="rect">
              <a:avLst/>
            </a:prstGeom>
            <a:gradFill flip="none" rotWithShape="1">
              <a:gsLst>
                <a:gs pos="99153">
                  <a:srgbClr val="0160B7"/>
                </a:gs>
                <a:gs pos="67000">
                  <a:srgbClr val="0160B7">
                    <a:alpha val="20000"/>
                  </a:srgbClr>
                </a:gs>
                <a:gs pos="0">
                  <a:srgbClr val="0A2966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lvl="0" algn="ctr" fontAlgn="base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19" name="Rounded Rectangle 18"/>
            <p:cNvSpPr/>
            <p:nvPr userDrawn="1"/>
          </p:nvSpPr>
          <p:spPr bwMode="gray">
            <a:xfrm>
              <a:off x="152401" y="151083"/>
              <a:ext cx="2194559" cy="327964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80000">
                  <a:srgbClr val="002060">
                    <a:alpha val="96000"/>
                  </a:srgbClr>
                </a:gs>
                <a:gs pos="0">
                  <a:srgbClr val="0160B7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lvl="0" algn="ctr" fontAlgn="base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24" name="TextBox 23"/>
            <p:cNvSpPr txBox="1"/>
            <p:nvPr userDrawn="1"/>
          </p:nvSpPr>
          <p:spPr>
            <a:xfrm>
              <a:off x="517607" y="213700"/>
              <a:ext cx="1686359" cy="1769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r>
                <a:rPr lang="en-US" sz="1150" b="0" kern="0" dirty="0">
                  <a:solidFill>
                    <a:schemeClr val="bg1"/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  <a:t>IT</a:t>
              </a:r>
              <a:r>
                <a:rPr lang="en-US" sz="1150" b="0" kern="0" baseline="0" dirty="0">
                  <a:solidFill>
                    <a:schemeClr val="bg1"/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  <a:t> SERVICE REPORT 2025</a:t>
              </a:r>
              <a:endParaRPr lang="en-US" sz="1150" b="0" kern="0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86" y="223625"/>
              <a:ext cx="164592" cy="164592"/>
            </a:xfrm>
            <a:prstGeom prst="rect">
              <a:avLst/>
            </a:prstGeom>
          </p:spPr>
        </p:pic>
      </p:grpSp>
      <p:sp>
        <p:nvSpPr>
          <p:cNvPr id="5" name="Right Triangle 4"/>
          <p:cNvSpPr/>
          <p:nvPr userDrawn="1"/>
        </p:nvSpPr>
        <p:spPr bwMode="gray">
          <a:xfrm>
            <a:off x="2392680" y="151083"/>
            <a:ext cx="175260" cy="327964"/>
          </a:xfrm>
          <a:prstGeom prst="rtTriangle">
            <a:avLst/>
          </a:prstGeom>
          <a:solidFill>
            <a:srgbClr val="0A2966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3563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and Contact Inform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 bwMode="gray">
          <a:xfrm>
            <a:off x="-38101" y="1"/>
            <a:ext cx="12230101" cy="6858000"/>
          </a:xfrm>
          <a:prstGeom prst="rect">
            <a:avLst/>
          </a:prstGeom>
          <a:gradFill flip="none" rotWithShape="1">
            <a:gsLst>
              <a:gs pos="80000">
                <a:srgbClr val="09244B"/>
              </a:gs>
              <a:gs pos="16000">
                <a:srgbClr val="00339A"/>
              </a:gs>
              <a:gs pos="61000">
                <a:srgbClr val="04245D"/>
              </a:gs>
              <a:gs pos="35000">
                <a:srgbClr val="05307D"/>
              </a:gs>
            </a:gsLst>
            <a:lin ang="3000000" scaled="0"/>
            <a:tileRect/>
          </a:gra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endParaRPr lang="en-US" sz="2400" dirty="0">
              <a:solidFill>
                <a:schemeClr val="bg1"/>
              </a:solidFill>
              <a:latin typeface="Arial" panose="020B0604020202020204" pitchFamily="34" charset="0"/>
              <a:ea typeface="Open Sans" pitchFamily="2" charset="0"/>
              <a:cs typeface="Arial" panose="020B0604020202020204" pitchFamily="34" charset="0"/>
            </a:endParaRPr>
          </a:p>
        </p:txBody>
      </p:sp>
      <p:sp>
        <p:nvSpPr>
          <p:cNvPr id="2" name="Thank you"/>
          <p:cNvSpPr>
            <a:spLocks noGrp="1"/>
          </p:cNvSpPr>
          <p:nvPr>
            <p:ph type="ctrTitle" hasCustomPrompt="1"/>
          </p:nvPr>
        </p:nvSpPr>
        <p:spPr bwMode="gray">
          <a:xfrm>
            <a:off x="503869" y="3842656"/>
            <a:ext cx="5592132" cy="923116"/>
          </a:xfrm>
        </p:spPr>
        <p:txBody>
          <a:bodyPr anchor="t" anchorCtr="0">
            <a:noAutofit/>
          </a:bodyPr>
          <a:lstStyle>
            <a:lvl1pPr>
              <a:defRPr sz="5498" b="1">
                <a:solidFill>
                  <a:schemeClr val="accent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-US" dirty="0"/>
              <a:t>Thank you.</a:t>
            </a:r>
            <a:endParaRPr lang="de-DE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869" y="3224958"/>
            <a:ext cx="3027336" cy="408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3399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64">
          <p15:clr>
            <a:srgbClr val="FBAE40"/>
          </p15:clr>
        </p15:guide>
        <p15:guide id="2" orient="horz" pos="924">
          <p15:clr>
            <a:srgbClr val="FBAE40"/>
          </p15:clr>
        </p15:guide>
        <p15:guide id="4" orient="horz" pos="1830">
          <p15:clr>
            <a:srgbClr val="FBAE40"/>
          </p15:clr>
        </p15:guide>
        <p15:guide id="5" orient="horz" pos="4000">
          <p15:clr>
            <a:srgbClr val="FBAE40"/>
          </p15:clr>
        </p15:guide>
        <p15:guide id="6" pos="317">
          <p15:clr>
            <a:srgbClr val="FBAE40"/>
          </p15:clr>
        </p15:guide>
        <p15:guide id="8" pos="3841">
          <p15:clr>
            <a:srgbClr val="FBAE40"/>
          </p15:clr>
        </p15:guide>
        <p15:guide id="9" orient="horz" pos="318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71B669-64C1-47C9-9F86-9D84F5CED7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1" y="1780085"/>
            <a:ext cx="6294120" cy="1265057"/>
          </a:xfrm>
        </p:spPr>
        <p:txBody>
          <a:bodyPr anchor="b">
            <a:normAutofit/>
          </a:bodyPr>
          <a:lstStyle>
            <a:lvl1pPr algn="l">
              <a:defRPr sz="4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775579-3940-4DEC-A955-634DD1B002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1" y="3137218"/>
            <a:ext cx="6294120" cy="571377"/>
          </a:xfrm>
        </p:spPr>
        <p:txBody>
          <a:bodyPr>
            <a:normAutofit/>
          </a:bodyPr>
          <a:lstStyle>
            <a:lvl1pPr marL="0" indent="0" algn="l">
              <a:buNone/>
              <a:defRPr sz="2800" b="1">
                <a:solidFill>
                  <a:srgbClr val="044D6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655889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T INFR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198121" y="151083"/>
            <a:ext cx="11795759" cy="327964"/>
            <a:chOff x="152401" y="151083"/>
            <a:chExt cx="11795759" cy="327964"/>
          </a:xfrm>
        </p:grpSpPr>
        <p:sp>
          <p:nvSpPr>
            <p:cNvPr id="4" name="Text Placeholder 4"/>
            <p:cNvSpPr txBox="1">
              <a:spLocks/>
            </p:cNvSpPr>
            <p:nvPr userDrawn="1"/>
          </p:nvSpPr>
          <p:spPr bwMode="black">
            <a:xfrm>
              <a:off x="6637851" y="203466"/>
              <a:ext cx="5310309" cy="234252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1088558" rtl="0" eaLnBrk="1" latinLnBrk="0" hangingPunct="1">
                <a:spcBef>
                  <a:spcPts val="1800"/>
                </a:spcBef>
                <a:buClr>
                  <a:schemeClr val="accent1"/>
                </a:buClr>
                <a:buSzPct val="80000"/>
                <a:buFontTx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79964" indent="-179964" algn="l" defTabSz="1088558" rtl="0" eaLnBrk="1" latinLnBrk="0" hangingPunct="1">
                <a:spcBef>
                  <a:spcPts val="600"/>
                </a:spcBef>
                <a:buClr>
                  <a:schemeClr val="accent1"/>
                </a:buClr>
                <a:buSzPct val="100000"/>
                <a:buFont typeface="Wingdings" pitchFamily="2" charset="2"/>
                <a:buChar char="§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58775" indent="-179388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00000"/>
                <a:buFont typeface="Arial" panose="020B0604020202020204" pitchFamily="34" charset="0"/>
                <a:buChar char="–"/>
                <a:defRPr lang="en-US" sz="14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892" indent="-179964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20000"/>
                <a:buFont typeface="Arial" pitchFamily="34" charset="0"/>
                <a:buChar char="▫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19856" indent="-179964" algn="l" defTabSz="1088558" rtl="0" eaLnBrk="1" latinLnBrk="0" hangingPunct="1">
                <a:spcBef>
                  <a:spcPts val="100"/>
                </a:spcBef>
                <a:buClr>
                  <a:schemeClr val="tx1"/>
                </a:buClr>
                <a:buSzPct val="100000"/>
                <a:buFont typeface="Symbol" panose="05050102010706020507" pitchFamily="18" charset="2"/>
                <a:buChar char="-"/>
                <a:defRPr sz="11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3535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37814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08209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62637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1088558" rtl="0" eaLnBrk="1" fontAlgn="auto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IT INFRASTRUCTURE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| IT SECURITY | SAP | SAP &amp; NON-SAP | NON-SAP</a:t>
              </a:r>
            </a:p>
          </p:txBody>
        </p:sp>
        <p:sp>
          <p:nvSpPr>
            <p:cNvPr id="18" name="Rectangle 17"/>
            <p:cNvSpPr/>
            <p:nvPr userDrawn="1"/>
          </p:nvSpPr>
          <p:spPr bwMode="gray">
            <a:xfrm>
              <a:off x="2346960" y="451615"/>
              <a:ext cx="9601200" cy="27432"/>
            </a:xfrm>
            <a:prstGeom prst="rect">
              <a:avLst/>
            </a:prstGeom>
            <a:gradFill flip="none" rotWithShape="1">
              <a:gsLst>
                <a:gs pos="99153">
                  <a:srgbClr val="0160B7"/>
                </a:gs>
                <a:gs pos="67000">
                  <a:srgbClr val="0160B7">
                    <a:alpha val="20000"/>
                  </a:srgbClr>
                </a:gs>
                <a:gs pos="0">
                  <a:srgbClr val="0A2966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19" name="Rounded Rectangle 18"/>
            <p:cNvSpPr/>
            <p:nvPr userDrawn="1"/>
          </p:nvSpPr>
          <p:spPr bwMode="gray">
            <a:xfrm>
              <a:off x="152401" y="151083"/>
              <a:ext cx="2194559" cy="327964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80000">
                  <a:srgbClr val="002060">
                    <a:alpha val="96000"/>
                  </a:srgbClr>
                </a:gs>
                <a:gs pos="0">
                  <a:srgbClr val="0160B7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24" name="TextBox 23"/>
            <p:cNvSpPr txBox="1"/>
            <p:nvPr userDrawn="1"/>
          </p:nvSpPr>
          <p:spPr>
            <a:xfrm>
              <a:off x="517607" y="213700"/>
              <a:ext cx="1686359" cy="1769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15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IT SERVICE REPORT 2025</a:t>
              </a:r>
            </a:p>
          </p:txBody>
        </p:sp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86" y="223625"/>
              <a:ext cx="164592" cy="164592"/>
            </a:xfrm>
            <a:prstGeom prst="rect">
              <a:avLst/>
            </a:prstGeom>
          </p:spPr>
        </p:pic>
      </p:grpSp>
      <p:sp>
        <p:nvSpPr>
          <p:cNvPr id="5" name="Right Triangle 4"/>
          <p:cNvSpPr/>
          <p:nvPr userDrawn="1"/>
        </p:nvSpPr>
        <p:spPr bwMode="gray">
          <a:xfrm>
            <a:off x="2392680" y="151083"/>
            <a:ext cx="175260" cy="327964"/>
          </a:xfrm>
          <a:prstGeom prst="rtTriangle">
            <a:avLst/>
          </a:prstGeom>
          <a:solidFill>
            <a:srgbClr val="0A2966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 panose="020B0503020102020204"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9037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T SECURIT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198121" y="151083"/>
            <a:ext cx="11795759" cy="327964"/>
            <a:chOff x="152401" y="151083"/>
            <a:chExt cx="11795759" cy="327964"/>
          </a:xfrm>
        </p:grpSpPr>
        <p:sp>
          <p:nvSpPr>
            <p:cNvPr id="4" name="Text Placeholder 4"/>
            <p:cNvSpPr txBox="1">
              <a:spLocks/>
            </p:cNvSpPr>
            <p:nvPr userDrawn="1"/>
          </p:nvSpPr>
          <p:spPr bwMode="black">
            <a:xfrm>
              <a:off x="6637851" y="203466"/>
              <a:ext cx="5310309" cy="234252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1088558" rtl="0" eaLnBrk="1" latinLnBrk="0" hangingPunct="1">
                <a:spcBef>
                  <a:spcPts val="1800"/>
                </a:spcBef>
                <a:buClr>
                  <a:schemeClr val="accent1"/>
                </a:buClr>
                <a:buSzPct val="80000"/>
                <a:buFontTx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79964" indent="-179964" algn="l" defTabSz="1088558" rtl="0" eaLnBrk="1" latinLnBrk="0" hangingPunct="1">
                <a:spcBef>
                  <a:spcPts val="600"/>
                </a:spcBef>
                <a:buClr>
                  <a:schemeClr val="accent1"/>
                </a:buClr>
                <a:buSzPct val="100000"/>
                <a:buFont typeface="Wingdings" pitchFamily="2" charset="2"/>
                <a:buChar char="§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58775" indent="-179388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00000"/>
                <a:buFont typeface="Arial" panose="020B0604020202020204" pitchFamily="34" charset="0"/>
                <a:buChar char="–"/>
                <a:defRPr lang="en-US" sz="14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892" indent="-179964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20000"/>
                <a:buFont typeface="Arial" pitchFamily="34" charset="0"/>
                <a:buChar char="▫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19856" indent="-179964" algn="l" defTabSz="1088558" rtl="0" eaLnBrk="1" latinLnBrk="0" hangingPunct="1">
                <a:spcBef>
                  <a:spcPts val="100"/>
                </a:spcBef>
                <a:buClr>
                  <a:schemeClr val="tx1"/>
                </a:buClr>
                <a:buSzPct val="100000"/>
                <a:buFont typeface="Symbol" panose="05050102010706020507" pitchFamily="18" charset="2"/>
                <a:buChar char="-"/>
                <a:defRPr sz="11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3535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37814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08209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62637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1088558" rtl="0" eaLnBrk="1" fontAlgn="auto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IT INFRASTRUCTURE | 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IT SECURITY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| SAP | SAP &amp; NON-SAP | NON-SAP</a:t>
              </a:r>
            </a:p>
          </p:txBody>
        </p:sp>
        <p:sp>
          <p:nvSpPr>
            <p:cNvPr id="18" name="Rectangle 17"/>
            <p:cNvSpPr/>
            <p:nvPr userDrawn="1"/>
          </p:nvSpPr>
          <p:spPr bwMode="gray">
            <a:xfrm>
              <a:off x="2346960" y="451615"/>
              <a:ext cx="9601200" cy="27432"/>
            </a:xfrm>
            <a:prstGeom prst="rect">
              <a:avLst/>
            </a:prstGeom>
            <a:gradFill flip="none" rotWithShape="1">
              <a:gsLst>
                <a:gs pos="99153">
                  <a:srgbClr val="0160B7"/>
                </a:gs>
                <a:gs pos="67000">
                  <a:srgbClr val="0160B7">
                    <a:alpha val="20000"/>
                  </a:srgbClr>
                </a:gs>
                <a:gs pos="0">
                  <a:srgbClr val="0A2966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19" name="Rounded Rectangle 18"/>
            <p:cNvSpPr/>
            <p:nvPr userDrawn="1"/>
          </p:nvSpPr>
          <p:spPr bwMode="gray">
            <a:xfrm>
              <a:off x="152401" y="151083"/>
              <a:ext cx="2194559" cy="327964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80000">
                  <a:srgbClr val="002060">
                    <a:alpha val="96000"/>
                  </a:srgbClr>
                </a:gs>
                <a:gs pos="0">
                  <a:srgbClr val="0160B7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24" name="TextBox 23"/>
            <p:cNvSpPr txBox="1"/>
            <p:nvPr userDrawn="1"/>
          </p:nvSpPr>
          <p:spPr>
            <a:xfrm>
              <a:off x="517607" y="213700"/>
              <a:ext cx="1686359" cy="1769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15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IT SERVICE REPORT 2025</a:t>
              </a:r>
            </a:p>
          </p:txBody>
        </p:sp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86" y="223625"/>
              <a:ext cx="164592" cy="164592"/>
            </a:xfrm>
            <a:prstGeom prst="rect">
              <a:avLst/>
            </a:prstGeom>
          </p:spPr>
        </p:pic>
      </p:grpSp>
      <p:sp>
        <p:nvSpPr>
          <p:cNvPr id="5" name="Right Triangle 4"/>
          <p:cNvSpPr/>
          <p:nvPr userDrawn="1"/>
        </p:nvSpPr>
        <p:spPr bwMode="gray">
          <a:xfrm>
            <a:off x="2392680" y="151083"/>
            <a:ext cx="175260" cy="327964"/>
          </a:xfrm>
          <a:prstGeom prst="rtTriangle">
            <a:avLst/>
          </a:prstGeom>
          <a:solidFill>
            <a:srgbClr val="0A2966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 panose="020B0503020102020204"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02499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A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198121" y="151083"/>
            <a:ext cx="11795759" cy="327964"/>
            <a:chOff x="152401" y="151083"/>
            <a:chExt cx="11795759" cy="327964"/>
          </a:xfrm>
        </p:grpSpPr>
        <p:sp>
          <p:nvSpPr>
            <p:cNvPr id="4" name="Text Placeholder 4"/>
            <p:cNvSpPr txBox="1">
              <a:spLocks/>
            </p:cNvSpPr>
            <p:nvPr userDrawn="1"/>
          </p:nvSpPr>
          <p:spPr bwMode="black">
            <a:xfrm>
              <a:off x="6637851" y="203466"/>
              <a:ext cx="5310309" cy="234252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1088558" rtl="0" eaLnBrk="1" latinLnBrk="0" hangingPunct="1">
                <a:spcBef>
                  <a:spcPts val="1800"/>
                </a:spcBef>
                <a:buClr>
                  <a:schemeClr val="accent1"/>
                </a:buClr>
                <a:buSzPct val="80000"/>
                <a:buFontTx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79964" indent="-179964" algn="l" defTabSz="1088558" rtl="0" eaLnBrk="1" latinLnBrk="0" hangingPunct="1">
                <a:spcBef>
                  <a:spcPts val="600"/>
                </a:spcBef>
                <a:buClr>
                  <a:schemeClr val="accent1"/>
                </a:buClr>
                <a:buSzPct val="100000"/>
                <a:buFont typeface="Wingdings" pitchFamily="2" charset="2"/>
                <a:buChar char="§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58775" indent="-179388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00000"/>
                <a:buFont typeface="Arial" panose="020B0604020202020204" pitchFamily="34" charset="0"/>
                <a:buChar char="–"/>
                <a:defRPr lang="en-US" sz="14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892" indent="-179964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20000"/>
                <a:buFont typeface="Arial" pitchFamily="34" charset="0"/>
                <a:buChar char="▫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19856" indent="-179964" algn="l" defTabSz="1088558" rtl="0" eaLnBrk="1" latinLnBrk="0" hangingPunct="1">
                <a:spcBef>
                  <a:spcPts val="100"/>
                </a:spcBef>
                <a:buClr>
                  <a:schemeClr val="tx1"/>
                </a:buClr>
                <a:buSzPct val="100000"/>
                <a:buFont typeface="Symbol" panose="05050102010706020507" pitchFamily="18" charset="2"/>
                <a:buChar char="-"/>
                <a:defRPr sz="11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3535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37814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08209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62637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1088558" rtl="0" eaLnBrk="1" fontAlgn="auto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IT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INFRASTRUCTURE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| IT SECURITY | 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SAP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 | SAP &amp; NON-SAP | NON-SAP</a:t>
              </a:r>
            </a:p>
          </p:txBody>
        </p:sp>
        <p:sp>
          <p:nvSpPr>
            <p:cNvPr id="18" name="Rectangle 17"/>
            <p:cNvSpPr/>
            <p:nvPr userDrawn="1"/>
          </p:nvSpPr>
          <p:spPr bwMode="gray">
            <a:xfrm>
              <a:off x="2346960" y="451615"/>
              <a:ext cx="9601200" cy="27432"/>
            </a:xfrm>
            <a:prstGeom prst="rect">
              <a:avLst/>
            </a:prstGeom>
            <a:gradFill flip="none" rotWithShape="1">
              <a:gsLst>
                <a:gs pos="99153">
                  <a:srgbClr val="0160B7"/>
                </a:gs>
                <a:gs pos="67000">
                  <a:srgbClr val="0160B7">
                    <a:alpha val="20000"/>
                  </a:srgbClr>
                </a:gs>
                <a:gs pos="0">
                  <a:srgbClr val="0A2966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19" name="Rounded Rectangle 18"/>
            <p:cNvSpPr/>
            <p:nvPr userDrawn="1"/>
          </p:nvSpPr>
          <p:spPr bwMode="gray">
            <a:xfrm>
              <a:off x="152401" y="151083"/>
              <a:ext cx="2194559" cy="327964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80000">
                  <a:srgbClr val="002060">
                    <a:alpha val="96000"/>
                  </a:srgbClr>
                </a:gs>
                <a:gs pos="0">
                  <a:srgbClr val="0160B7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24" name="TextBox 23"/>
            <p:cNvSpPr txBox="1"/>
            <p:nvPr userDrawn="1"/>
          </p:nvSpPr>
          <p:spPr>
            <a:xfrm>
              <a:off x="517607" y="213700"/>
              <a:ext cx="1686359" cy="1769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15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IT SERVICE REPORT 2025</a:t>
              </a:r>
            </a:p>
          </p:txBody>
        </p:sp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86" y="223625"/>
              <a:ext cx="164592" cy="164592"/>
            </a:xfrm>
            <a:prstGeom prst="rect">
              <a:avLst/>
            </a:prstGeom>
          </p:spPr>
        </p:pic>
      </p:grpSp>
      <p:sp>
        <p:nvSpPr>
          <p:cNvPr id="5" name="Right Triangle 4"/>
          <p:cNvSpPr/>
          <p:nvPr userDrawn="1"/>
        </p:nvSpPr>
        <p:spPr bwMode="gray">
          <a:xfrm>
            <a:off x="2392680" y="151083"/>
            <a:ext cx="175260" cy="327964"/>
          </a:xfrm>
          <a:prstGeom prst="rtTriangle">
            <a:avLst/>
          </a:prstGeom>
          <a:solidFill>
            <a:srgbClr val="0A2966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 panose="020B0503020102020204"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108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AP NONSA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198121" y="151083"/>
            <a:ext cx="11795759" cy="327964"/>
            <a:chOff x="152401" y="151083"/>
            <a:chExt cx="11795759" cy="327964"/>
          </a:xfrm>
        </p:grpSpPr>
        <p:sp>
          <p:nvSpPr>
            <p:cNvPr id="4" name="Text Placeholder 4"/>
            <p:cNvSpPr txBox="1">
              <a:spLocks/>
            </p:cNvSpPr>
            <p:nvPr userDrawn="1"/>
          </p:nvSpPr>
          <p:spPr bwMode="black">
            <a:xfrm>
              <a:off x="6637851" y="203466"/>
              <a:ext cx="5310309" cy="234252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1088558" rtl="0" eaLnBrk="1" latinLnBrk="0" hangingPunct="1">
                <a:spcBef>
                  <a:spcPts val="1800"/>
                </a:spcBef>
                <a:buClr>
                  <a:schemeClr val="accent1"/>
                </a:buClr>
                <a:buSzPct val="80000"/>
                <a:buFontTx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79964" indent="-179964" algn="l" defTabSz="1088558" rtl="0" eaLnBrk="1" latinLnBrk="0" hangingPunct="1">
                <a:spcBef>
                  <a:spcPts val="600"/>
                </a:spcBef>
                <a:buClr>
                  <a:schemeClr val="accent1"/>
                </a:buClr>
                <a:buSzPct val="100000"/>
                <a:buFont typeface="Wingdings" pitchFamily="2" charset="2"/>
                <a:buChar char="§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58775" indent="-179388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00000"/>
                <a:buFont typeface="Arial" panose="020B0604020202020204" pitchFamily="34" charset="0"/>
                <a:buChar char="–"/>
                <a:defRPr lang="en-US" sz="14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892" indent="-179964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20000"/>
                <a:buFont typeface="Arial" pitchFamily="34" charset="0"/>
                <a:buChar char="▫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19856" indent="-179964" algn="l" defTabSz="1088558" rtl="0" eaLnBrk="1" latinLnBrk="0" hangingPunct="1">
                <a:spcBef>
                  <a:spcPts val="100"/>
                </a:spcBef>
                <a:buClr>
                  <a:schemeClr val="tx1"/>
                </a:buClr>
                <a:buSzPct val="100000"/>
                <a:buFont typeface="Symbol" panose="05050102010706020507" pitchFamily="18" charset="2"/>
                <a:buChar char="-"/>
                <a:defRPr sz="11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3535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37814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08209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62637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1088558" rtl="0" eaLnBrk="1" fontAlgn="auto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IT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INFRASTRUCTURE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| IT SECURITY | SAP | 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SAP &amp; NON-SAP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| NON-SAP</a:t>
              </a:r>
            </a:p>
          </p:txBody>
        </p:sp>
        <p:sp>
          <p:nvSpPr>
            <p:cNvPr id="18" name="Rectangle 17"/>
            <p:cNvSpPr/>
            <p:nvPr userDrawn="1"/>
          </p:nvSpPr>
          <p:spPr bwMode="gray">
            <a:xfrm>
              <a:off x="2346960" y="451615"/>
              <a:ext cx="9601200" cy="27432"/>
            </a:xfrm>
            <a:prstGeom prst="rect">
              <a:avLst/>
            </a:prstGeom>
            <a:gradFill flip="none" rotWithShape="1">
              <a:gsLst>
                <a:gs pos="99153">
                  <a:srgbClr val="0160B7"/>
                </a:gs>
                <a:gs pos="67000">
                  <a:srgbClr val="0160B7">
                    <a:alpha val="20000"/>
                  </a:srgbClr>
                </a:gs>
                <a:gs pos="0">
                  <a:srgbClr val="0A2966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19" name="Rounded Rectangle 18"/>
            <p:cNvSpPr/>
            <p:nvPr userDrawn="1"/>
          </p:nvSpPr>
          <p:spPr bwMode="gray">
            <a:xfrm>
              <a:off x="152401" y="151083"/>
              <a:ext cx="2194559" cy="327964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80000">
                  <a:srgbClr val="002060">
                    <a:alpha val="96000"/>
                  </a:srgbClr>
                </a:gs>
                <a:gs pos="0">
                  <a:srgbClr val="0160B7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24" name="TextBox 23"/>
            <p:cNvSpPr txBox="1"/>
            <p:nvPr userDrawn="1"/>
          </p:nvSpPr>
          <p:spPr>
            <a:xfrm>
              <a:off x="517607" y="213700"/>
              <a:ext cx="1686359" cy="1769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15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IT SERVICE REPORT 2025</a:t>
              </a:r>
            </a:p>
          </p:txBody>
        </p:sp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86" y="223625"/>
              <a:ext cx="164592" cy="164592"/>
            </a:xfrm>
            <a:prstGeom prst="rect">
              <a:avLst/>
            </a:prstGeom>
          </p:spPr>
        </p:pic>
      </p:grpSp>
      <p:sp>
        <p:nvSpPr>
          <p:cNvPr id="5" name="Right Triangle 4"/>
          <p:cNvSpPr/>
          <p:nvPr userDrawn="1"/>
        </p:nvSpPr>
        <p:spPr bwMode="gray">
          <a:xfrm>
            <a:off x="2392680" y="151083"/>
            <a:ext cx="175260" cy="327964"/>
          </a:xfrm>
          <a:prstGeom prst="rtTriangle">
            <a:avLst/>
          </a:prstGeom>
          <a:solidFill>
            <a:srgbClr val="0A2966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 panose="020B0503020102020204"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698152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NON SA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198121" y="151083"/>
            <a:ext cx="11795759" cy="327964"/>
            <a:chOff x="152401" y="151083"/>
            <a:chExt cx="11795759" cy="327964"/>
          </a:xfrm>
        </p:grpSpPr>
        <p:sp>
          <p:nvSpPr>
            <p:cNvPr id="4" name="Text Placeholder 4"/>
            <p:cNvSpPr txBox="1">
              <a:spLocks/>
            </p:cNvSpPr>
            <p:nvPr userDrawn="1"/>
          </p:nvSpPr>
          <p:spPr bwMode="black">
            <a:xfrm>
              <a:off x="6637851" y="203466"/>
              <a:ext cx="5310309" cy="234252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1088558" rtl="0" eaLnBrk="1" latinLnBrk="0" hangingPunct="1">
                <a:spcBef>
                  <a:spcPts val="1800"/>
                </a:spcBef>
                <a:buClr>
                  <a:schemeClr val="accent1"/>
                </a:buClr>
                <a:buSzPct val="80000"/>
                <a:buFontTx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79964" indent="-179964" algn="l" defTabSz="1088558" rtl="0" eaLnBrk="1" latinLnBrk="0" hangingPunct="1">
                <a:spcBef>
                  <a:spcPts val="600"/>
                </a:spcBef>
                <a:buClr>
                  <a:schemeClr val="accent1"/>
                </a:buClr>
                <a:buSzPct val="100000"/>
                <a:buFont typeface="Wingdings" pitchFamily="2" charset="2"/>
                <a:buChar char="§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58775" indent="-179388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00000"/>
                <a:buFont typeface="Arial" panose="020B0604020202020204" pitchFamily="34" charset="0"/>
                <a:buChar char="–"/>
                <a:defRPr lang="en-US" sz="14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892" indent="-179964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20000"/>
                <a:buFont typeface="Arial" pitchFamily="34" charset="0"/>
                <a:buChar char="▫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19856" indent="-179964" algn="l" defTabSz="1088558" rtl="0" eaLnBrk="1" latinLnBrk="0" hangingPunct="1">
                <a:spcBef>
                  <a:spcPts val="100"/>
                </a:spcBef>
                <a:buClr>
                  <a:schemeClr val="tx1"/>
                </a:buClr>
                <a:buSzPct val="100000"/>
                <a:buFont typeface="Symbol" panose="05050102010706020507" pitchFamily="18" charset="2"/>
                <a:buChar char="-"/>
                <a:defRPr sz="11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3535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37814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08209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62637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1088558" rtl="0" eaLnBrk="1" fontAlgn="auto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IT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INFRASTRUCTURE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| IT SECURITY | SAP | SAP &amp; NON-SAP | 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NON-SAP</a:t>
              </a:r>
            </a:p>
          </p:txBody>
        </p:sp>
        <p:sp>
          <p:nvSpPr>
            <p:cNvPr id="18" name="Rectangle 17"/>
            <p:cNvSpPr/>
            <p:nvPr userDrawn="1"/>
          </p:nvSpPr>
          <p:spPr bwMode="gray">
            <a:xfrm>
              <a:off x="2346960" y="451615"/>
              <a:ext cx="9601200" cy="27432"/>
            </a:xfrm>
            <a:prstGeom prst="rect">
              <a:avLst/>
            </a:prstGeom>
            <a:gradFill flip="none" rotWithShape="1">
              <a:gsLst>
                <a:gs pos="99153">
                  <a:srgbClr val="0160B7"/>
                </a:gs>
                <a:gs pos="67000">
                  <a:srgbClr val="0160B7">
                    <a:alpha val="20000"/>
                  </a:srgbClr>
                </a:gs>
                <a:gs pos="0">
                  <a:srgbClr val="0A2966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19" name="Rounded Rectangle 18"/>
            <p:cNvSpPr/>
            <p:nvPr userDrawn="1"/>
          </p:nvSpPr>
          <p:spPr bwMode="gray">
            <a:xfrm>
              <a:off x="152401" y="151083"/>
              <a:ext cx="2194559" cy="327964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80000">
                  <a:srgbClr val="002060">
                    <a:alpha val="96000"/>
                  </a:srgbClr>
                </a:gs>
                <a:gs pos="0">
                  <a:srgbClr val="0160B7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24" name="TextBox 23"/>
            <p:cNvSpPr txBox="1"/>
            <p:nvPr userDrawn="1"/>
          </p:nvSpPr>
          <p:spPr>
            <a:xfrm>
              <a:off x="517607" y="213700"/>
              <a:ext cx="1686359" cy="1769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15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IT SERVICE REPORT 2025</a:t>
              </a:r>
            </a:p>
          </p:txBody>
        </p:sp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86" y="223625"/>
              <a:ext cx="164592" cy="164592"/>
            </a:xfrm>
            <a:prstGeom prst="rect">
              <a:avLst/>
            </a:prstGeom>
          </p:spPr>
        </p:pic>
      </p:grpSp>
      <p:sp>
        <p:nvSpPr>
          <p:cNvPr id="5" name="Right Triangle 4"/>
          <p:cNvSpPr/>
          <p:nvPr userDrawn="1"/>
        </p:nvSpPr>
        <p:spPr bwMode="gray">
          <a:xfrm>
            <a:off x="2392680" y="151083"/>
            <a:ext cx="175260" cy="327964"/>
          </a:xfrm>
          <a:prstGeom prst="rtTriangle">
            <a:avLst/>
          </a:prstGeom>
          <a:solidFill>
            <a:srgbClr val="0A2966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 panose="020B0503020102020204"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901396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and Contact Inform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 bwMode="gray">
          <a:xfrm>
            <a:off x="-38101" y="1"/>
            <a:ext cx="12230101" cy="6858000"/>
          </a:xfrm>
          <a:prstGeom prst="rect">
            <a:avLst/>
          </a:prstGeom>
          <a:gradFill flip="none" rotWithShape="1">
            <a:gsLst>
              <a:gs pos="80000">
                <a:srgbClr val="09244B"/>
              </a:gs>
              <a:gs pos="16000">
                <a:srgbClr val="00339A"/>
              </a:gs>
              <a:gs pos="61000">
                <a:srgbClr val="04245D"/>
              </a:gs>
              <a:gs pos="35000">
                <a:srgbClr val="05307D"/>
              </a:gs>
            </a:gsLst>
            <a:lin ang="3000000" scaled="0"/>
            <a:tileRect/>
          </a:gra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Open Sans" pitchFamily="2" charset="0"/>
              <a:cs typeface="Arial" panose="020B0604020202020204" pitchFamily="34" charset="0"/>
            </a:endParaRPr>
          </a:p>
        </p:txBody>
      </p:sp>
      <p:sp>
        <p:nvSpPr>
          <p:cNvPr id="2" name="Thank you"/>
          <p:cNvSpPr>
            <a:spLocks noGrp="1"/>
          </p:cNvSpPr>
          <p:nvPr>
            <p:ph type="ctrTitle" hasCustomPrompt="1"/>
          </p:nvPr>
        </p:nvSpPr>
        <p:spPr bwMode="gray">
          <a:xfrm>
            <a:off x="503869" y="3842656"/>
            <a:ext cx="5592132" cy="923116"/>
          </a:xfrm>
        </p:spPr>
        <p:txBody>
          <a:bodyPr anchor="t" anchorCtr="0">
            <a:noAutofit/>
          </a:bodyPr>
          <a:lstStyle>
            <a:lvl1pPr>
              <a:defRPr sz="5498" b="1">
                <a:solidFill>
                  <a:schemeClr val="accent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-US" dirty="0"/>
              <a:t>Thank you.</a:t>
            </a:r>
            <a:endParaRPr lang="de-DE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869" y="3224958"/>
            <a:ext cx="3027336" cy="408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2154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64">
          <p15:clr>
            <a:srgbClr val="FBAE40"/>
          </p15:clr>
        </p15:guide>
        <p15:guide id="2" orient="horz" pos="924">
          <p15:clr>
            <a:srgbClr val="FBAE40"/>
          </p15:clr>
        </p15:guide>
        <p15:guide id="4" orient="horz" pos="1830">
          <p15:clr>
            <a:srgbClr val="FBAE40"/>
          </p15:clr>
        </p15:guide>
        <p15:guide id="5" orient="horz" pos="4000">
          <p15:clr>
            <a:srgbClr val="FBAE40"/>
          </p15:clr>
        </p15:guide>
        <p15:guide id="6" pos="317">
          <p15:clr>
            <a:srgbClr val="FBAE40"/>
          </p15:clr>
        </p15:guide>
        <p15:guide id="8" pos="3841">
          <p15:clr>
            <a:srgbClr val="FBAE40"/>
          </p15:clr>
        </p15:guide>
        <p15:guide id="9" orient="horz" pos="318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71B669-64C1-47C9-9F86-9D84F5CED7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1" y="1780085"/>
            <a:ext cx="6294120" cy="1265057"/>
          </a:xfrm>
        </p:spPr>
        <p:txBody>
          <a:bodyPr anchor="b">
            <a:normAutofit/>
          </a:bodyPr>
          <a:lstStyle>
            <a:lvl1pPr algn="l">
              <a:defRPr sz="4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775579-3940-4DEC-A955-634DD1B002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1" y="3137218"/>
            <a:ext cx="6294120" cy="571377"/>
          </a:xfrm>
        </p:spPr>
        <p:txBody>
          <a:bodyPr>
            <a:normAutofit/>
          </a:bodyPr>
          <a:lstStyle>
            <a:lvl1pPr marL="0" indent="0" algn="l">
              <a:buNone/>
              <a:defRPr sz="2800" b="1">
                <a:solidFill>
                  <a:srgbClr val="044D6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2860372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T INFR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198121" y="151083"/>
            <a:ext cx="11795759" cy="327964"/>
            <a:chOff x="152401" y="151083"/>
            <a:chExt cx="11795759" cy="327964"/>
          </a:xfrm>
        </p:grpSpPr>
        <p:sp>
          <p:nvSpPr>
            <p:cNvPr id="4" name="Text Placeholder 4"/>
            <p:cNvSpPr txBox="1">
              <a:spLocks/>
            </p:cNvSpPr>
            <p:nvPr userDrawn="1"/>
          </p:nvSpPr>
          <p:spPr bwMode="black">
            <a:xfrm>
              <a:off x="6637851" y="203466"/>
              <a:ext cx="5310309" cy="234252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1088558" rtl="0" eaLnBrk="1" latinLnBrk="0" hangingPunct="1">
                <a:spcBef>
                  <a:spcPts val="1800"/>
                </a:spcBef>
                <a:buClr>
                  <a:schemeClr val="accent1"/>
                </a:buClr>
                <a:buSzPct val="80000"/>
                <a:buFontTx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79964" indent="-179964" algn="l" defTabSz="1088558" rtl="0" eaLnBrk="1" latinLnBrk="0" hangingPunct="1">
                <a:spcBef>
                  <a:spcPts val="600"/>
                </a:spcBef>
                <a:buClr>
                  <a:schemeClr val="accent1"/>
                </a:buClr>
                <a:buSzPct val="100000"/>
                <a:buFont typeface="Wingdings" pitchFamily="2" charset="2"/>
                <a:buChar char="§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58775" indent="-179388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00000"/>
                <a:buFont typeface="Arial" panose="020B0604020202020204" pitchFamily="34" charset="0"/>
                <a:buChar char="–"/>
                <a:defRPr lang="en-US" sz="14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892" indent="-179964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20000"/>
                <a:buFont typeface="Arial" pitchFamily="34" charset="0"/>
                <a:buChar char="▫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19856" indent="-179964" algn="l" defTabSz="1088558" rtl="0" eaLnBrk="1" latinLnBrk="0" hangingPunct="1">
                <a:spcBef>
                  <a:spcPts val="100"/>
                </a:spcBef>
                <a:buClr>
                  <a:schemeClr val="tx1"/>
                </a:buClr>
                <a:buSzPct val="100000"/>
                <a:buFont typeface="Symbol" panose="05050102010706020507" pitchFamily="18" charset="2"/>
                <a:buChar char="-"/>
                <a:defRPr sz="11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3535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37814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08209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62637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1088558" rtl="0" eaLnBrk="1" fontAlgn="auto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IT INFRASTRUCTURE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| IT SECURITY | SAP | SAP &amp; NON-SAP | NON-SAP</a:t>
              </a:r>
            </a:p>
          </p:txBody>
        </p:sp>
        <p:sp>
          <p:nvSpPr>
            <p:cNvPr id="18" name="Rectangle 17"/>
            <p:cNvSpPr/>
            <p:nvPr userDrawn="1"/>
          </p:nvSpPr>
          <p:spPr bwMode="gray">
            <a:xfrm>
              <a:off x="2346960" y="451615"/>
              <a:ext cx="9601200" cy="27432"/>
            </a:xfrm>
            <a:prstGeom prst="rect">
              <a:avLst/>
            </a:prstGeom>
            <a:gradFill flip="none" rotWithShape="1">
              <a:gsLst>
                <a:gs pos="99153">
                  <a:srgbClr val="0160B7"/>
                </a:gs>
                <a:gs pos="67000">
                  <a:srgbClr val="0160B7">
                    <a:alpha val="20000"/>
                  </a:srgbClr>
                </a:gs>
                <a:gs pos="0">
                  <a:srgbClr val="0A2966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  <a:sym typeface="Arial"/>
              </a:endParaRPr>
            </a:p>
          </p:txBody>
        </p:sp>
        <p:sp>
          <p:nvSpPr>
            <p:cNvPr id="19" name="Rounded Rectangle 18"/>
            <p:cNvSpPr/>
            <p:nvPr userDrawn="1"/>
          </p:nvSpPr>
          <p:spPr bwMode="gray">
            <a:xfrm>
              <a:off x="152401" y="151083"/>
              <a:ext cx="2194559" cy="327964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80000">
                  <a:srgbClr val="002060">
                    <a:alpha val="96000"/>
                  </a:srgbClr>
                </a:gs>
                <a:gs pos="0">
                  <a:srgbClr val="0160B7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  <a:sym typeface="Arial"/>
              </a:endParaRPr>
            </a:p>
          </p:txBody>
        </p:sp>
        <p:sp>
          <p:nvSpPr>
            <p:cNvPr id="24" name="TextBox 23"/>
            <p:cNvSpPr txBox="1"/>
            <p:nvPr userDrawn="1"/>
          </p:nvSpPr>
          <p:spPr>
            <a:xfrm>
              <a:off x="517607" y="213700"/>
              <a:ext cx="1686359" cy="1769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15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IT SERVICE REPORT 2025</a:t>
              </a:r>
            </a:p>
          </p:txBody>
        </p:sp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86" y="223625"/>
              <a:ext cx="164592" cy="164592"/>
            </a:xfrm>
            <a:prstGeom prst="rect">
              <a:avLst/>
            </a:prstGeom>
          </p:spPr>
        </p:pic>
      </p:grpSp>
      <p:sp>
        <p:nvSpPr>
          <p:cNvPr id="5" name="Right Triangle 4"/>
          <p:cNvSpPr/>
          <p:nvPr userDrawn="1"/>
        </p:nvSpPr>
        <p:spPr bwMode="gray">
          <a:xfrm>
            <a:off x="2392680" y="151083"/>
            <a:ext cx="175260" cy="327964"/>
          </a:xfrm>
          <a:prstGeom prst="rtTriangle">
            <a:avLst/>
          </a:prstGeom>
          <a:solidFill>
            <a:srgbClr val="0A2966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 panose="020B0503020102020204"/>
              <a:ea typeface="Arial Unicode MS" pitchFamily="34" charset="-128"/>
              <a:cs typeface="Arial Unicode MS" pitchFamily="34" charset="-128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7171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T SECURIT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198121" y="151083"/>
            <a:ext cx="11795759" cy="327964"/>
            <a:chOff x="152401" y="151083"/>
            <a:chExt cx="11795759" cy="327964"/>
          </a:xfrm>
        </p:grpSpPr>
        <p:sp>
          <p:nvSpPr>
            <p:cNvPr id="4" name="Text Placeholder 4"/>
            <p:cNvSpPr txBox="1">
              <a:spLocks/>
            </p:cNvSpPr>
            <p:nvPr userDrawn="1"/>
          </p:nvSpPr>
          <p:spPr bwMode="black">
            <a:xfrm>
              <a:off x="6637851" y="203466"/>
              <a:ext cx="5310309" cy="234252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1088558" rtl="0" eaLnBrk="1" latinLnBrk="0" hangingPunct="1">
                <a:spcBef>
                  <a:spcPts val="1800"/>
                </a:spcBef>
                <a:buClr>
                  <a:schemeClr val="accent1"/>
                </a:buClr>
                <a:buSzPct val="80000"/>
                <a:buFontTx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79964" indent="-179964" algn="l" defTabSz="1088558" rtl="0" eaLnBrk="1" latinLnBrk="0" hangingPunct="1">
                <a:spcBef>
                  <a:spcPts val="600"/>
                </a:spcBef>
                <a:buClr>
                  <a:schemeClr val="accent1"/>
                </a:buClr>
                <a:buSzPct val="100000"/>
                <a:buFont typeface="Wingdings" pitchFamily="2" charset="2"/>
                <a:buChar char="§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58775" indent="-179388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00000"/>
                <a:buFont typeface="Arial" panose="020B0604020202020204" pitchFamily="34" charset="0"/>
                <a:buChar char="–"/>
                <a:defRPr lang="en-US" sz="14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892" indent="-179964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20000"/>
                <a:buFont typeface="Arial" pitchFamily="34" charset="0"/>
                <a:buChar char="▫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19856" indent="-179964" algn="l" defTabSz="1088558" rtl="0" eaLnBrk="1" latinLnBrk="0" hangingPunct="1">
                <a:spcBef>
                  <a:spcPts val="100"/>
                </a:spcBef>
                <a:buClr>
                  <a:schemeClr val="tx1"/>
                </a:buClr>
                <a:buSzPct val="100000"/>
                <a:buFont typeface="Symbol" panose="05050102010706020507" pitchFamily="18" charset="2"/>
                <a:buChar char="-"/>
                <a:defRPr sz="11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3535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37814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08209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62637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1088558" rtl="0" eaLnBrk="1" fontAlgn="auto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IT INFRASTRUCTURE | 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IT SECURITY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| SAP | SAP &amp; NON-SAP | NON-SAP</a:t>
              </a:r>
            </a:p>
          </p:txBody>
        </p:sp>
        <p:sp>
          <p:nvSpPr>
            <p:cNvPr id="18" name="Rectangle 17"/>
            <p:cNvSpPr/>
            <p:nvPr userDrawn="1"/>
          </p:nvSpPr>
          <p:spPr bwMode="gray">
            <a:xfrm>
              <a:off x="2346960" y="451615"/>
              <a:ext cx="9601200" cy="27432"/>
            </a:xfrm>
            <a:prstGeom prst="rect">
              <a:avLst/>
            </a:prstGeom>
            <a:gradFill flip="none" rotWithShape="1">
              <a:gsLst>
                <a:gs pos="99153">
                  <a:srgbClr val="0160B7"/>
                </a:gs>
                <a:gs pos="67000">
                  <a:srgbClr val="0160B7">
                    <a:alpha val="20000"/>
                  </a:srgbClr>
                </a:gs>
                <a:gs pos="0">
                  <a:srgbClr val="0A2966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  <a:sym typeface="Arial"/>
              </a:endParaRPr>
            </a:p>
          </p:txBody>
        </p:sp>
        <p:sp>
          <p:nvSpPr>
            <p:cNvPr id="19" name="Rounded Rectangle 18"/>
            <p:cNvSpPr/>
            <p:nvPr userDrawn="1"/>
          </p:nvSpPr>
          <p:spPr bwMode="gray">
            <a:xfrm>
              <a:off x="152401" y="151083"/>
              <a:ext cx="2194559" cy="327964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80000">
                  <a:srgbClr val="002060">
                    <a:alpha val="96000"/>
                  </a:srgbClr>
                </a:gs>
                <a:gs pos="0">
                  <a:srgbClr val="0160B7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  <a:sym typeface="Arial"/>
              </a:endParaRPr>
            </a:p>
          </p:txBody>
        </p:sp>
        <p:sp>
          <p:nvSpPr>
            <p:cNvPr id="24" name="TextBox 23"/>
            <p:cNvSpPr txBox="1"/>
            <p:nvPr userDrawn="1"/>
          </p:nvSpPr>
          <p:spPr>
            <a:xfrm>
              <a:off x="517607" y="213700"/>
              <a:ext cx="1686359" cy="1769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15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IT SERVICE REPORT 2025</a:t>
              </a:r>
            </a:p>
          </p:txBody>
        </p:sp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86" y="223625"/>
              <a:ext cx="164592" cy="164592"/>
            </a:xfrm>
            <a:prstGeom prst="rect">
              <a:avLst/>
            </a:prstGeom>
          </p:spPr>
        </p:pic>
      </p:grpSp>
      <p:sp>
        <p:nvSpPr>
          <p:cNvPr id="5" name="Right Triangle 4"/>
          <p:cNvSpPr/>
          <p:nvPr userDrawn="1"/>
        </p:nvSpPr>
        <p:spPr bwMode="gray">
          <a:xfrm>
            <a:off x="2392680" y="151083"/>
            <a:ext cx="175260" cy="327964"/>
          </a:xfrm>
          <a:prstGeom prst="rtTriangle">
            <a:avLst/>
          </a:prstGeom>
          <a:solidFill>
            <a:srgbClr val="0A2966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 panose="020B0503020102020204"/>
              <a:ea typeface="Arial Unicode MS" pitchFamily="34" charset="-128"/>
              <a:cs typeface="Arial Unicode MS" pitchFamily="34" charset="-128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470833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A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198121" y="151083"/>
            <a:ext cx="11795759" cy="327964"/>
            <a:chOff x="152401" y="151083"/>
            <a:chExt cx="11795759" cy="327964"/>
          </a:xfrm>
        </p:grpSpPr>
        <p:sp>
          <p:nvSpPr>
            <p:cNvPr id="4" name="Text Placeholder 4"/>
            <p:cNvSpPr txBox="1">
              <a:spLocks/>
            </p:cNvSpPr>
            <p:nvPr userDrawn="1"/>
          </p:nvSpPr>
          <p:spPr bwMode="black">
            <a:xfrm>
              <a:off x="6637851" y="203466"/>
              <a:ext cx="5310309" cy="234252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1088558" rtl="0" eaLnBrk="1" latinLnBrk="0" hangingPunct="1">
                <a:spcBef>
                  <a:spcPts val="1800"/>
                </a:spcBef>
                <a:buClr>
                  <a:schemeClr val="accent1"/>
                </a:buClr>
                <a:buSzPct val="80000"/>
                <a:buFontTx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79964" indent="-179964" algn="l" defTabSz="1088558" rtl="0" eaLnBrk="1" latinLnBrk="0" hangingPunct="1">
                <a:spcBef>
                  <a:spcPts val="600"/>
                </a:spcBef>
                <a:buClr>
                  <a:schemeClr val="accent1"/>
                </a:buClr>
                <a:buSzPct val="100000"/>
                <a:buFont typeface="Wingdings" pitchFamily="2" charset="2"/>
                <a:buChar char="§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58775" indent="-179388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00000"/>
                <a:buFont typeface="Arial" panose="020B0604020202020204" pitchFamily="34" charset="0"/>
                <a:buChar char="–"/>
                <a:defRPr lang="en-US" sz="14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892" indent="-179964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20000"/>
                <a:buFont typeface="Arial" pitchFamily="34" charset="0"/>
                <a:buChar char="▫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19856" indent="-179964" algn="l" defTabSz="1088558" rtl="0" eaLnBrk="1" latinLnBrk="0" hangingPunct="1">
                <a:spcBef>
                  <a:spcPts val="100"/>
                </a:spcBef>
                <a:buClr>
                  <a:schemeClr val="tx1"/>
                </a:buClr>
                <a:buSzPct val="100000"/>
                <a:buFont typeface="Symbol" panose="05050102010706020507" pitchFamily="18" charset="2"/>
                <a:buChar char="-"/>
                <a:defRPr sz="11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3535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37814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08209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62637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1088558" rtl="0" eaLnBrk="1" fontAlgn="auto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IT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INFRASTRUCTURE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| IT SECURITY | 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SAP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 | SAP &amp; NON-SAP | NON-SAP</a:t>
              </a:r>
            </a:p>
          </p:txBody>
        </p:sp>
        <p:sp>
          <p:nvSpPr>
            <p:cNvPr id="18" name="Rectangle 17"/>
            <p:cNvSpPr/>
            <p:nvPr userDrawn="1"/>
          </p:nvSpPr>
          <p:spPr bwMode="gray">
            <a:xfrm>
              <a:off x="2346960" y="451615"/>
              <a:ext cx="9601200" cy="27432"/>
            </a:xfrm>
            <a:prstGeom prst="rect">
              <a:avLst/>
            </a:prstGeom>
            <a:gradFill flip="none" rotWithShape="1">
              <a:gsLst>
                <a:gs pos="99153">
                  <a:srgbClr val="0160B7"/>
                </a:gs>
                <a:gs pos="67000">
                  <a:srgbClr val="0160B7">
                    <a:alpha val="20000"/>
                  </a:srgbClr>
                </a:gs>
                <a:gs pos="0">
                  <a:srgbClr val="0A2966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  <a:sym typeface="Arial"/>
              </a:endParaRPr>
            </a:p>
          </p:txBody>
        </p:sp>
        <p:sp>
          <p:nvSpPr>
            <p:cNvPr id="19" name="Rounded Rectangle 18"/>
            <p:cNvSpPr/>
            <p:nvPr userDrawn="1"/>
          </p:nvSpPr>
          <p:spPr bwMode="gray">
            <a:xfrm>
              <a:off x="152401" y="151083"/>
              <a:ext cx="2194559" cy="327964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80000">
                  <a:srgbClr val="002060">
                    <a:alpha val="96000"/>
                  </a:srgbClr>
                </a:gs>
                <a:gs pos="0">
                  <a:srgbClr val="0160B7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  <a:sym typeface="Arial"/>
              </a:endParaRPr>
            </a:p>
          </p:txBody>
        </p:sp>
        <p:sp>
          <p:nvSpPr>
            <p:cNvPr id="24" name="TextBox 23"/>
            <p:cNvSpPr txBox="1"/>
            <p:nvPr userDrawn="1"/>
          </p:nvSpPr>
          <p:spPr>
            <a:xfrm>
              <a:off x="517607" y="213700"/>
              <a:ext cx="1686359" cy="1769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15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IT SERVICE REPORT 2025</a:t>
              </a:r>
            </a:p>
          </p:txBody>
        </p:sp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86" y="223625"/>
              <a:ext cx="164592" cy="164592"/>
            </a:xfrm>
            <a:prstGeom prst="rect">
              <a:avLst/>
            </a:prstGeom>
          </p:spPr>
        </p:pic>
      </p:grpSp>
      <p:sp>
        <p:nvSpPr>
          <p:cNvPr id="5" name="Right Triangle 4"/>
          <p:cNvSpPr/>
          <p:nvPr userDrawn="1"/>
        </p:nvSpPr>
        <p:spPr bwMode="gray">
          <a:xfrm>
            <a:off x="2392680" y="151083"/>
            <a:ext cx="175260" cy="327964"/>
          </a:xfrm>
          <a:prstGeom prst="rtTriangle">
            <a:avLst/>
          </a:prstGeom>
          <a:solidFill>
            <a:srgbClr val="0A2966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 panose="020B0503020102020204"/>
              <a:ea typeface="Arial Unicode MS" pitchFamily="34" charset="-128"/>
              <a:cs typeface="Arial Unicode MS" pitchFamily="34" charset="-128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953763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AP NONSA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198121" y="151083"/>
            <a:ext cx="11795759" cy="327964"/>
            <a:chOff x="152401" y="151083"/>
            <a:chExt cx="11795759" cy="327964"/>
          </a:xfrm>
        </p:grpSpPr>
        <p:sp>
          <p:nvSpPr>
            <p:cNvPr id="4" name="Text Placeholder 4"/>
            <p:cNvSpPr txBox="1">
              <a:spLocks/>
            </p:cNvSpPr>
            <p:nvPr userDrawn="1"/>
          </p:nvSpPr>
          <p:spPr bwMode="black">
            <a:xfrm>
              <a:off x="6637851" y="203466"/>
              <a:ext cx="5310309" cy="234252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1088558" rtl="0" eaLnBrk="1" latinLnBrk="0" hangingPunct="1">
                <a:spcBef>
                  <a:spcPts val="1800"/>
                </a:spcBef>
                <a:buClr>
                  <a:schemeClr val="accent1"/>
                </a:buClr>
                <a:buSzPct val="80000"/>
                <a:buFontTx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79964" indent="-179964" algn="l" defTabSz="1088558" rtl="0" eaLnBrk="1" latinLnBrk="0" hangingPunct="1">
                <a:spcBef>
                  <a:spcPts val="600"/>
                </a:spcBef>
                <a:buClr>
                  <a:schemeClr val="accent1"/>
                </a:buClr>
                <a:buSzPct val="100000"/>
                <a:buFont typeface="Wingdings" pitchFamily="2" charset="2"/>
                <a:buChar char="§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58775" indent="-179388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00000"/>
                <a:buFont typeface="Arial" panose="020B0604020202020204" pitchFamily="34" charset="0"/>
                <a:buChar char="–"/>
                <a:defRPr lang="en-US" sz="14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892" indent="-179964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20000"/>
                <a:buFont typeface="Arial" pitchFamily="34" charset="0"/>
                <a:buChar char="▫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19856" indent="-179964" algn="l" defTabSz="1088558" rtl="0" eaLnBrk="1" latinLnBrk="0" hangingPunct="1">
                <a:spcBef>
                  <a:spcPts val="100"/>
                </a:spcBef>
                <a:buClr>
                  <a:schemeClr val="tx1"/>
                </a:buClr>
                <a:buSzPct val="100000"/>
                <a:buFont typeface="Symbol" panose="05050102010706020507" pitchFamily="18" charset="2"/>
                <a:buChar char="-"/>
                <a:defRPr sz="11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3535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37814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08209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62637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1088558" rtl="0" eaLnBrk="1" fontAlgn="auto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IT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INFRASTRUCTURE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| IT SECURITY | SAP | 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SAP &amp; NON-SAP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| NON-SAP</a:t>
              </a:r>
            </a:p>
          </p:txBody>
        </p:sp>
        <p:sp>
          <p:nvSpPr>
            <p:cNvPr id="18" name="Rectangle 17"/>
            <p:cNvSpPr/>
            <p:nvPr userDrawn="1"/>
          </p:nvSpPr>
          <p:spPr bwMode="gray">
            <a:xfrm>
              <a:off x="2346960" y="451615"/>
              <a:ext cx="9601200" cy="27432"/>
            </a:xfrm>
            <a:prstGeom prst="rect">
              <a:avLst/>
            </a:prstGeom>
            <a:gradFill flip="none" rotWithShape="1">
              <a:gsLst>
                <a:gs pos="99153">
                  <a:srgbClr val="0160B7"/>
                </a:gs>
                <a:gs pos="67000">
                  <a:srgbClr val="0160B7">
                    <a:alpha val="20000"/>
                  </a:srgbClr>
                </a:gs>
                <a:gs pos="0">
                  <a:srgbClr val="0A2966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  <a:sym typeface="Arial"/>
              </a:endParaRPr>
            </a:p>
          </p:txBody>
        </p:sp>
        <p:sp>
          <p:nvSpPr>
            <p:cNvPr id="19" name="Rounded Rectangle 18"/>
            <p:cNvSpPr/>
            <p:nvPr userDrawn="1"/>
          </p:nvSpPr>
          <p:spPr bwMode="gray">
            <a:xfrm>
              <a:off x="152401" y="151083"/>
              <a:ext cx="2194559" cy="327964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80000">
                  <a:srgbClr val="002060">
                    <a:alpha val="96000"/>
                  </a:srgbClr>
                </a:gs>
                <a:gs pos="0">
                  <a:srgbClr val="0160B7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  <a:sym typeface="Arial"/>
              </a:endParaRPr>
            </a:p>
          </p:txBody>
        </p:sp>
        <p:sp>
          <p:nvSpPr>
            <p:cNvPr id="24" name="TextBox 23"/>
            <p:cNvSpPr txBox="1"/>
            <p:nvPr userDrawn="1"/>
          </p:nvSpPr>
          <p:spPr>
            <a:xfrm>
              <a:off x="517607" y="213700"/>
              <a:ext cx="1686359" cy="1769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15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IT SERVICE REPORT 2025</a:t>
              </a:r>
            </a:p>
          </p:txBody>
        </p:sp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86" y="223625"/>
              <a:ext cx="164592" cy="164592"/>
            </a:xfrm>
            <a:prstGeom prst="rect">
              <a:avLst/>
            </a:prstGeom>
          </p:spPr>
        </p:pic>
      </p:grpSp>
      <p:sp>
        <p:nvSpPr>
          <p:cNvPr id="5" name="Right Triangle 4"/>
          <p:cNvSpPr/>
          <p:nvPr userDrawn="1"/>
        </p:nvSpPr>
        <p:spPr bwMode="gray">
          <a:xfrm>
            <a:off x="2392680" y="151083"/>
            <a:ext cx="175260" cy="327964"/>
          </a:xfrm>
          <a:prstGeom prst="rtTriangle">
            <a:avLst/>
          </a:prstGeom>
          <a:solidFill>
            <a:srgbClr val="0A2966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 panose="020B0503020102020204"/>
              <a:ea typeface="Arial Unicode MS" pitchFamily="34" charset="-128"/>
              <a:cs typeface="Arial Unicode MS" pitchFamily="34" charset="-128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0109574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NON SA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198121" y="151083"/>
            <a:ext cx="11795759" cy="327964"/>
            <a:chOff x="152401" y="151083"/>
            <a:chExt cx="11795759" cy="327964"/>
          </a:xfrm>
        </p:grpSpPr>
        <p:sp>
          <p:nvSpPr>
            <p:cNvPr id="4" name="Text Placeholder 4"/>
            <p:cNvSpPr txBox="1">
              <a:spLocks/>
            </p:cNvSpPr>
            <p:nvPr userDrawn="1"/>
          </p:nvSpPr>
          <p:spPr bwMode="black">
            <a:xfrm>
              <a:off x="6637851" y="203466"/>
              <a:ext cx="5310309" cy="234252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1088558" rtl="0" eaLnBrk="1" latinLnBrk="0" hangingPunct="1">
                <a:spcBef>
                  <a:spcPts val="1800"/>
                </a:spcBef>
                <a:buClr>
                  <a:schemeClr val="accent1"/>
                </a:buClr>
                <a:buSzPct val="80000"/>
                <a:buFontTx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79964" indent="-179964" algn="l" defTabSz="1088558" rtl="0" eaLnBrk="1" latinLnBrk="0" hangingPunct="1">
                <a:spcBef>
                  <a:spcPts val="600"/>
                </a:spcBef>
                <a:buClr>
                  <a:schemeClr val="accent1"/>
                </a:buClr>
                <a:buSzPct val="100000"/>
                <a:buFont typeface="Wingdings" pitchFamily="2" charset="2"/>
                <a:buChar char="§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58775" indent="-179388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00000"/>
                <a:buFont typeface="Arial" panose="020B0604020202020204" pitchFamily="34" charset="0"/>
                <a:buChar char="–"/>
                <a:defRPr lang="en-US" sz="14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892" indent="-179964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20000"/>
                <a:buFont typeface="Arial" pitchFamily="34" charset="0"/>
                <a:buChar char="▫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19856" indent="-179964" algn="l" defTabSz="1088558" rtl="0" eaLnBrk="1" latinLnBrk="0" hangingPunct="1">
                <a:spcBef>
                  <a:spcPts val="100"/>
                </a:spcBef>
                <a:buClr>
                  <a:schemeClr val="tx1"/>
                </a:buClr>
                <a:buSzPct val="100000"/>
                <a:buFont typeface="Symbol" panose="05050102010706020507" pitchFamily="18" charset="2"/>
                <a:buChar char="-"/>
                <a:defRPr sz="11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3535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37814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08209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62637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1088558" rtl="0" eaLnBrk="1" fontAlgn="auto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IT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INFRASTRUCTURE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| IT SECURITY | SAP | SAP &amp; NON-SAP | 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NON-SAP</a:t>
              </a:r>
            </a:p>
          </p:txBody>
        </p:sp>
        <p:sp>
          <p:nvSpPr>
            <p:cNvPr id="18" name="Rectangle 17"/>
            <p:cNvSpPr/>
            <p:nvPr userDrawn="1"/>
          </p:nvSpPr>
          <p:spPr bwMode="gray">
            <a:xfrm>
              <a:off x="2346960" y="451615"/>
              <a:ext cx="9601200" cy="27432"/>
            </a:xfrm>
            <a:prstGeom prst="rect">
              <a:avLst/>
            </a:prstGeom>
            <a:gradFill flip="none" rotWithShape="1">
              <a:gsLst>
                <a:gs pos="99153">
                  <a:srgbClr val="0160B7"/>
                </a:gs>
                <a:gs pos="67000">
                  <a:srgbClr val="0160B7">
                    <a:alpha val="20000"/>
                  </a:srgbClr>
                </a:gs>
                <a:gs pos="0">
                  <a:srgbClr val="0A2966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  <a:sym typeface="Arial"/>
              </a:endParaRPr>
            </a:p>
          </p:txBody>
        </p:sp>
        <p:sp>
          <p:nvSpPr>
            <p:cNvPr id="19" name="Rounded Rectangle 18"/>
            <p:cNvSpPr/>
            <p:nvPr userDrawn="1"/>
          </p:nvSpPr>
          <p:spPr bwMode="gray">
            <a:xfrm>
              <a:off x="152401" y="151083"/>
              <a:ext cx="2194559" cy="327964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80000">
                  <a:srgbClr val="002060">
                    <a:alpha val="96000"/>
                  </a:srgbClr>
                </a:gs>
                <a:gs pos="0">
                  <a:srgbClr val="0160B7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  <a:sym typeface="Arial"/>
              </a:endParaRPr>
            </a:p>
          </p:txBody>
        </p:sp>
        <p:sp>
          <p:nvSpPr>
            <p:cNvPr id="24" name="TextBox 23"/>
            <p:cNvSpPr txBox="1"/>
            <p:nvPr userDrawn="1"/>
          </p:nvSpPr>
          <p:spPr>
            <a:xfrm>
              <a:off x="517607" y="213700"/>
              <a:ext cx="1686359" cy="1769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15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IT SERVICE REPORT 2025</a:t>
              </a:r>
            </a:p>
          </p:txBody>
        </p:sp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86" y="223625"/>
              <a:ext cx="164592" cy="164592"/>
            </a:xfrm>
            <a:prstGeom prst="rect">
              <a:avLst/>
            </a:prstGeom>
          </p:spPr>
        </p:pic>
      </p:grpSp>
      <p:sp>
        <p:nvSpPr>
          <p:cNvPr id="5" name="Right Triangle 4"/>
          <p:cNvSpPr/>
          <p:nvPr userDrawn="1"/>
        </p:nvSpPr>
        <p:spPr bwMode="gray">
          <a:xfrm>
            <a:off x="2392680" y="151083"/>
            <a:ext cx="175260" cy="327964"/>
          </a:xfrm>
          <a:prstGeom prst="rtTriangle">
            <a:avLst/>
          </a:prstGeom>
          <a:solidFill>
            <a:srgbClr val="0A2966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 panose="020B0503020102020204"/>
              <a:ea typeface="Arial Unicode MS" pitchFamily="34" charset="-128"/>
              <a:cs typeface="Arial Unicode MS" pitchFamily="34" charset="-128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888027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and Contact Inform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 bwMode="gray">
          <a:xfrm>
            <a:off x="-38101" y="1"/>
            <a:ext cx="12230101" cy="6858000"/>
          </a:xfrm>
          <a:prstGeom prst="rect">
            <a:avLst/>
          </a:prstGeom>
          <a:gradFill flip="none" rotWithShape="1">
            <a:gsLst>
              <a:gs pos="80000">
                <a:srgbClr val="09244B"/>
              </a:gs>
              <a:gs pos="16000">
                <a:srgbClr val="00339A"/>
              </a:gs>
              <a:gs pos="61000">
                <a:srgbClr val="04245D"/>
              </a:gs>
              <a:gs pos="35000">
                <a:srgbClr val="05307D"/>
              </a:gs>
            </a:gsLst>
            <a:lin ang="3000000" scaled="0"/>
            <a:tileRect/>
          </a:gra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Open Sans" pitchFamily="2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2" name="Thank you"/>
          <p:cNvSpPr>
            <a:spLocks noGrp="1"/>
          </p:cNvSpPr>
          <p:nvPr>
            <p:ph type="ctrTitle" hasCustomPrompt="1"/>
          </p:nvPr>
        </p:nvSpPr>
        <p:spPr bwMode="gray">
          <a:xfrm>
            <a:off x="503869" y="3842656"/>
            <a:ext cx="5592132" cy="923116"/>
          </a:xfrm>
        </p:spPr>
        <p:txBody>
          <a:bodyPr anchor="t" anchorCtr="0">
            <a:noAutofit/>
          </a:bodyPr>
          <a:lstStyle>
            <a:lvl1pPr>
              <a:defRPr sz="5498" b="1">
                <a:solidFill>
                  <a:schemeClr val="accent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-US" dirty="0"/>
              <a:t>Thank you.</a:t>
            </a:r>
            <a:endParaRPr lang="de-DE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869" y="3224958"/>
            <a:ext cx="3027336" cy="408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7406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64">
          <p15:clr>
            <a:srgbClr val="FBAE40"/>
          </p15:clr>
        </p15:guide>
        <p15:guide id="2" orient="horz" pos="924">
          <p15:clr>
            <a:srgbClr val="FBAE40"/>
          </p15:clr>
        </p15:guide>
        <p15:guide id="4" orient="horz" pos="1830">
          <p15:clr>
            <a:srgbClr val="FBAE40"/>
          </p15:clr>
        </p15:guide>
        <p15:guide id="5" orient="horz" pos="4000">
          <p15:clr>
            <a:srgbClr val="FBAE40"/>
          </p15:clr>
        </p15:guide>
        <p15:guide id="6" pos="317">
          <p15:clr>
            <a:srgbClr val="FBAE40"/>
          </p15:clr>
        </p15:guide>
        <p15:guide id="8" pos="3841">
          <p15:clr>
            <a:srgbClr val="FBAE40"/>
          </p15:clr>
        </p15:guide>
        <p15:guide id="9" orient="horz" pos="318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71B669-64C1-47C9-9F86-9D84F5CED7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1" y="1780085"/>
            <a:ext cx="6294120" cy="1265057"/>
          </a:xfrm>
        </p:spPr>
        <p:txBody>
          <a:bodyPr anchor="b">
            <a:normAutofit/>
          </a:bodyPr>
          <a:lstStyle>
            <a:lvl1pPr algn="l">
              <a:defRPr sz="4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775579-3940-4DEC-A955-634DD1B002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1" y="3137218"/>
            <a:ext cx="6294120" cy="571377"/>
          </a:xfrm>
        </p:spPr>
        <p:txBody>
          <a:bodyPr>
            <a:normAutofit/>
          </a:bodyPr>
          <a:lstStyle>
            <a:lvl1pPr marL="0" indent="0" algn="l">
              <a:buNone/>
              <a:defRPr sz="2800" b="1">
                <a:solidFill>
                  <a:srgbClr val="044D6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9236045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T INFR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CF8DC8C-8B9A-8A29-00FD-64E7126D06BC}"/>
              </a:ext>
            </a:extLst>
          </p:cNvPr>
          <p:cNvGrpSpPr/>
          <p:nvPr userDrawn="1"/>
        </p:nvGrpSpPr>
        <p:grpSpPr>
          <a:xfrm>
            <a:off x="141973" y="86100"/>
            <a:ext cx="11949270" cy="392948"/>
            <a:chOff x="44610" y="86100"/>
            <a:chExt cx="11949270" cy="392948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EE323772-3DB4-A3E3-F951-1F77DAEFD87B}"/>
                </a:ext>
              </a:extLst>
            </p:cNvPr>
            <p:cNvGrpSpPr/>
            <p:nvPr userDrawn="1"/>
          </p:nvGrpSpPr>
          <p:grpSpPr>
            <a:xfrm>
              <a:off x="198121" y="151083"/>
              <a:ext cx="11795759" cy="327964"/>
              <a:chOff x="152401" y="151083"/>
              <a:chExt cx="11795759" cy="327964"/>
            </a:xfrm>
          </p:grpSpPr>
          <p:sp>
            <p:nvSpPr>
              <p:cNvPr id="27" name="Text Placeholder 4">
                <a:extLst>
                  <a:ext uri="{FF2B5EF4-FFF2-40B4-BE49-F238E27FC236}">
                    <a16:creationId xmlns:a16="http://schemas.microsoft.com/office/drawing/2014/main" id="{A8BB8EB6-7328-C7FB-B082-8F57EB09C0B7}"/>
                  </a:ext>
                </a:extLst>
              </p:cNvPr>
              <p:cNvSpPr txBox="1">
                <a:spLocks/>
              </p:cNvSpPr>
              <p:nvPr userDrawn="1"/>
            </p:nvSpPr>
            <p:spPr bwMode="black">
              <a:xfrm>
                <a:off x="6637851" y="203466"/>
                <a:ext cx="5310309" cy="234252"/>
              </a:xfrm>
              <a:prstGeom prst="rect">
                <a:avLst/>
              </a:prstGeom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1088558" rtl="0" eaLnBrk="1" latinLnBrk="0" hangingPunct="1">
                  <a:spcBef>
                    <a:spcPts val="1800"/>
                  </a:spcBef>
                  <a:buClr>
                    <a:schemeClr val="accent1"/>
                  </a:buClr>
                  <a:buSzPct val="80000"/>
                  <a:buFontTx/>
                  <a:buNone/>
                  <a:defRPr sz="16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179964" indent="-179964" algn="l" defTabSz="1088558" rtl="0" eaLnBrk="1" latinLnBrk="0" hangingPunct="1">
                  <a:spcBef>
                    <a:spcPts val="600"/>
                  </a:spcBef>
                  <a:buClr>
                    <a:schemeClr val="accent1"/>
                  </a:buClr>
                  <a:buSzPct val="100000"/>
                  <a:buFont typeface="Wingdings" pitchFamily="2" charset="2"/>
                  <a:buChar char="§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358775" indent="-179388" algn="l" defTabSz="1088558" rtl="0" eaLnBrk="1" latinLnBrk="0" hangingPunct="1">
                  <a:spcBef>
                    <a:spcPts val="300"/>
                  </a:spcBef>
                  <a:buClr>
                    <a:schemeClr val="tx1"/>
                  </a:buClr>
                  <a:buSzPct val="100000"/>
                  <a:buFont typeface="Arial" panose="020B0604020202020204" pitchFamily="34" charset="0"/>
                  <a:buChar char="–"/>
                  <a:defRPr lang="en-US" sz="1400" kern="1200" noProof="0" dirty="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539892" indent="-179964" algn="l" defTabSz="1088558" rtl="0" eaLnBrk="1" latinLnBrk="0" hangingPunct="1">
                  <a:spcBef>
                    <a:spcPts val="300"/>
                  </a:spcBef>
                  <a:buClr>
                    <a:schemeClr val="tx1"/>
                  </a:buClr>
                  <a:buSzPct val="120000"/>
                  <a:buFont typeface="Arial" pitchFamily="34" charset="0"/>
                  <a:buChar char="▫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719856" indent="-179964" algn="l" defTabSz="1088558" rtl="0" eaLnBrk="1" latinLnBrk="0" hangingPunct="1">
                  <a:spcBef>
                    <a:spcPts val="100"/>
                  </a:spcBef>
                  <a:buClr>
                    <a:schemeClr val="tx1"/>
                  </a:buClr>
                  <a:buSzPct val="100000"/>
                  <a:buFont typeface="Symbol" panose="05050102010706020507" pitchFamily="18" charset="2"/>
                  <a:buChar char="-"/>
                  <a:defRPr sz="11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993535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537814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082093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626373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1088558" rtl="0" eaLnBrk="1" fontAlgn="auto" latinLnBrk="0" hangingPunct="1">
                  <a:lnSpc>
                    <a:spcPct val="100000"/>
                  </a:lnSpc>
                  <a:spcBef>
                    <a:spcPts val="1800"/>
                  </a:spcBef>
                  <a:spcAft>
                    <a:spcPts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r>
                  <a:rPr kumimoji="0" lang="en-US" sz="105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22498C"/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IT INFRASTRUCTURE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99999">
                        <a:lumMod val="75000"/>
                      </a:srgb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|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2"/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IT SECURITY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99999">
                        <a:lumMod val="75000"/>
                      </a:srgb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| SAP | SAP &amp; NON-SAP | NON-SAP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5A472C10-5F96-AC50-0A59-2AE1ABB900A1}"/>
                  </a:ext>
                </a:extLst>
              </p:cNvPr>
              <p:cNvSpPr/>
              <p:nvPr userDrawn="1"/>
            </p:nvSpPr>
            <p:spPr bwMode="gray">
              <a:xfrm>
                <a:off x="2346960" y="451615"/>
                <a:ext cx="9601200" cy="27432"/>
              </a:xfrm>
              <a:prstGeom prst="rect">
                <a:avLst/>
              </a:prstGeom>
              <a:solidFill>
                <a:srgbClr val="087FCD"/>
              </a:solidFill>
              <a:ln w="25400" algn="ctr">
                <a:noFill/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endParaRPr>
              </a:p>
            </p:txBody>
          </p:sp>
          <p:sp>
            <p:nvSpPr>
              <p:cNvPr id="29" name="Rounded Rectangle 25">
                <a:extLst>
                  <a:ext uri="{FF2B5EF4-FFF2-40B4-BE49-F238E27FC236}">
                    <a16:creationId xmlns:a16="http://schemas.microsoft.com/office/drawing/2014/main" id="{E932BC54-7964-9005-AEC6-7E6B12343E25}"/>
                  </a:ext>
                </a:extLst>
              </p:cNvPr>
              <p:cNvSpPr/>
              <p:nvPr userDrawn="1"/>
            </p:nvSpPr>
            <p:spPr bwMode="gray">
              <a:xfrm>
                <a:off x="152401" y="151083"/>
                <a:ext cx="2194559" cy="327964"/>
              </a:xfrm>
              <a:prstGeom prst="roundRect">
                <a:avLst>
                  <a:gd name="adj" fmla="val 0"/>
                </a:avLst>
              </a:prstGeom>
              <a:gradFill flip="none" rotWithShape="1">
                <a:gsLst>
                  <a:gs pos="80000">
                    <a:srgbClr val="002060">
                      <a:alpha val="96000"/>
                    </a:srgbClr>
                  </a:gs>
                  <a:gs pos="0">
                    <a:srgbClr val="0160B7"/>
                  </a:gs>
                </a:gsLst>
                <a:lin ang="3600000" scaled="0"/>
                <a:tileRect/>
              </a:gradFill>
              <a:ln w="25400" algn="ctr">
                <a:noFill/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C3FFC84-4F6A-4276-98EC-8B6313EFF95D}"/>
                  </a:ext>
                </a:extLst>
              </p:cNvPr>
              <p:cNvSpPr txBox="1"/>
              <p:nvPr userDrawn="1"/>
            </p:nvSpPr>
            <p:spPr>
              <a:xfrm>
                <a:off x="517607" y="213700"/>
                <a:ext cx="1686359" cy="1769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r>
                  <a:rPr kumimoji="0" lang="en-US" sz="11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IT SERVICE REPORT 2025</a:t>
                </a:r>
              </a:p>
            </p:txBody>
          </p:sp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85589701-1778-E16D-5A8D-12802B614DA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4486" y="223625"/>
                <a:ext cx="164592" cy="164592"/>
              </a:xfrm>
              <a:prstGeom prst="rect">
                <a:avLst/>
              </a:prstGeom>
            </p:spPr>
          </p:pic>
        </p:grpSp>
        <p:sp>
          <p:nvSpPr>
            <p:cNvPr id="14" name="Right Triangle 13">
              <a:extLst>
                <a:ext uri="{FF2B5EF4-FFF2-40B4-BE49-F238E27FC236}">
                  <a16:creationId xmlns:a16="http://schemas.microsoft.com/office/drawing/2014/main" id="{08230EC3-B6C7-0207-89C3-D8ADCA707E90}"/>
                </a:ext>
              </a:extLst>
            </p:cNvPr>
            <p:cNvSpPr/>
            <p:nvPr userDrawn="1"/>
          </p:nvSpPr>
          <p:spPr bwMode="gray">
            <a:xfrm>
              <a:off x="2392680" y="151083"/>
              <a:ext cx="175260" cy="327964"/>
            </a:xfrm>
            <a:prstGeom prst="rtTriangle">
              <a:avLst/>
            </a:prstGeom>
            <a:solidFill>
              <a:srgbClr val="0A2966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Arial Unicode MS" pitchFamily="34" charset="-128"/>
                <a:cs typeface="Arial Unicode MS" pitchFamily="34" charset="-128"/>
              </a:endParaRPr>
            </a:p>
          </p:txBody>
        </p:sp>
        <p:grpSp>
          <p:nvGrpSpPr>
            <p:cNvPr id="15" name="Group 4">
              <a:extLst>
                <a:ext uri="{FF2B5EF4-FFF2-40B4-BE49-F238E27FC236}">
                  <a16:creationId xmlns:a16="http://schemas.microsoft.com/office/drawing/2014/main" id="{9E4E28C5-0F78-8976-8DDF-5A67FB04EEE5}"/>
                </a:ext>
              </a:extLst>
            </p:cNvPr>
            <p:cNvGrpSpPr/>
            <p:nvPr userDrawn="1"/>
          </p:nvGrpSpPr>
          <p:grpSpPr>
            <a:xfrm>
              <a:off x="139700" y="128068"/>
              <a:ext cx="2428240" cy="350980"/>
              <a:chOff x="0" y="-9525"/>
              <a:chExt cx="1035859" cy="145250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3DC38870-1835-2950-CC32-3D1ACBE8D97E}"/>
                  </a:ext>
                </a:extLst>
              </p:cNvPr>
              <p:cNvSpPr/>
              <p:nvPr/>
            </p:nvSpPr>
            <p:spPr>
              <a:xfrm>
                <a:off x="0" y="0"/>
                <a:ext cx="1035859" cy="135725"/>
              </a:xfrm>
              <a:custGeom>
                <a:avLst/>
                <a:gdLst/>
                <a:ahLst/>
                <a:cxnLst/>
                <a:rect l="l" t="t" r="r" b="b"/>
                <a:pathLst>
                  <a:path w="1035859" h="135725">
                    <a:moveTo>
                      <a:pt x="0" y="0"/>
                    </a:moveTo>
                    <a:lnTo>
                      <a:pt x="1035859" y="0"/>
                    </a:lnTo>
                    <a:lnTo>
                      <a:pt x="1035859" y="135725"/>
                    </a:lnTo>
                    <a:lnTo>
                      <a:pt x="0" y="135725"/>
                    </a:lnTo>
                    <a:close/>
                  </a:path>
                </a:pathLst>
              </a:custGeom>
              <a:gradFill flip="none" rotWithShape="1">
                <a:gsLst>
                  <a:gs pos="74692">
                    <a:srgbClr val="0B78C2"/>
                  </a:gs>
                  <a:gs pos="0">
                    <a:srgbClr val="19569D"/>
                  </a:gs>
                  <a:gs pos="0">
                    <a:srgbClr val="22498C"/>
                  </a:gs>
                  <a:gs pos="43000">
                    <a:srgbClr val="214A8D"/>
                  </a:gs>
                  <a:gs pos="100000">
                    <a:srgbClr val="0880CE"/>
                  </a:gs>
                </a:gsLst>
                <a:lin ang="0" scaled="0"/>
                <a:tileRect/>
              </a:gradFill>
            </p:spPr>
          </p:sp>
          <p:sp>
            <p:nvSpPr>
              <p:cNvPr id="26" name="TextBox 6">
                <a:extLst>
                  <a:ext uri="{FF2B5EF4-FFF2-40B4-BE49-F238E27FC236}">
                    <a16:creationId xmlns:a16="http://schemas.microsoft.com/office/drawing/2014/main" id="{936A56F9-D053-8DEB-721C-9C3166401671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1035859" cy="1452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00"/>
                  </a:lnSpc>
                </a:pPr>
                <a:r>
                  <a:rPr lang="en-US" sz="1200" b="0" dirty="0">
                    <a:solidFill>
                      <a:srgbClr val="FFFFFF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  <a:sym typeface="Futura Bold"/>
                  </a:rPr>
                  <a:t>IT SERVICE REPORT 2026</a:t>
                </a:r>
              </a:p>
            </p:txBody>
          </p:sp>
        </p:grpSp>
        <p:sp>
          <p:nvSpPr>
            <p:cNvPr id="17" name="Chevron 12">
              <a:extLst>
                <a:ext uri="{FF2B5EF4-FFF2-40B4-BE49-F238E27FC236}">
                  <a16:creationId xmlns:a16="http://schemas.microsoft.com/office/drawing/2014/main" id="{633DFC47-1096-92EB-9B17-96BF1EFD5357}"/>
                </a:ext>
              </a:extLst>
            </p:cNvPr>
            <p:cNvSpPr/>
            <p:nvPr userDrawn="1"/>
          </p:nvSpPr>
          <p:spPr bwMode="gray">
            <a:xfrm>
              <a:off x="44610" y="151082"/>
              <a:ext cx="186381" cy="325999"/>
            </a:xfrm>
            <a:prstGeom prst="chevron">
              <a:avLst/>
            </a:prstGeom>
            <a:solidFill>
              <a:srgbClr val="FFFFFF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sz="1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20" name="Flowchart: Connector 19">
              <a:extLst>
                <a:ext uri="{FF2B5EF4-FFF2-40B4-BE49-F238E27FC236}">
                  <a16:creationId xmlns:a16="http://schemas.microsoft.com/office/drawing/2014/main" id="{2DC835C5-A976-F9A5-D0C1-3A6B5C524CAD}"/>
                </a:ext>
              </a:extLst>
            </p:cNvPr>
            <p:cNvSpPr/>
            <p:nvPr userDrawn="1"/>
          </p:nvSpPr>
          <p:spPr bwMode="gray">
            <a:xfrm>
              <a:off x="2362864" y="86100"/>
              <a:ext cx="240851" cy="243676"/>
            </a:xfrm>
            <a:prstGeom prst="flowChartConnector">
              <a:avLst/>
            </a:prstGeom>
            <a:solidFill>
              <a:srgbClr val="FFFFFF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sz="1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22" name="Flowchart: Connector 21">
              <a:extLst>
                <a:ext uri="{FF2B5EF4-FFF2-40B4-BE49-F238E27FC236}">
                  <a16:creationId xmlns:a16="http://schemas.microsoft.com/office/drawing/2014/main" id="{C70634B8-310E-ABE7-4267-FFA87A9C5C9F}"/>
                </a:ext>
              </a:extLst>
            </p:cNvPr>
            <p:cNvSpPr/>
            <p:nvPr userDrawn="1"/>
          </p:nvSpPr>
          <p:spPr bwMode="gray">
            <a:xfrm>
              <a:off x="2425700" y="169600"/>
              <a:ext cx="97367" cy="98720"/>
            </a:xfrm>
            <a:prstGeom prst="flowChartConnector">
              <a:avLst/>
            </a:prstGeom>
            <a:solidFill>
              <a:srgbClr val="097ECA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sz="1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endParaRPr>
            </a:p>
          </p:txBody>
        </p:sp>
      </p:grpSp>
      <p:sp>
        <p:nvSpPr>
          <p:cNvPr id="32" name="Arrow: Chevron 31">
            <a:extLst>
              <a:ext uri="{FF2B5EF4-FFF2-40B4-BE49-F238E27FC236}">
                <a16:creationId xmlns:a16="http://schemas.microsoft.com/office/drawing/2014/main" id="{BCA066F9-3A19-FAF6-15FB-6DCF9D2ADE9D}"/>
              </a:ext>
            </a:extLst>
          </p:cNvPr>
          <p:cNvSpPr/>
          <p:nvPr userDrawn="1"/>
        </p:nvSpPr>
        <p:spPr bwMode="gray">
          <a:xfrm>
            <a:off x="120281" y="151235"/>
            <a:ext cx="186380" cy="327963"/>
          </a:xfrm>
          <a:prstGeom prst="chevron">
            <a:avLst/>
          </a:prstGeom>
          <a:solidFill>
            <a:srgbClr val="95C640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3" name="Arrow: Chevron 32">
            <a:extLst>
              <a:ext uri="{FF2B5EF4-FFF2-40B4-BE49-F238E27FC236}">
                <a16:creationId xmlns:a16="http://schemas.microsoft.com/office/drawing/2014/main" id="{6C6BB15F-B302-39AC-098D-007D7263795B}"/>
              </a:ext>
            </a:extLst>
          </p:cNvPr>
          <p:cNvSpPr/>
          <p:nvPr userDrawn="1"/>
        </p:nvSpPr>
        <p:spPr bwMode="gray">
          <a:xfrm>
            <a:off x="11076" y="151384"/>
            <a:ext cx="186380" cy="327963"/>
          </a:xfrm>
          <a:prstGeom prst="chevron">
            <a:avLst/>
          </a:prstGeom>
          <a:solidFill>
            <a:srgbClr val="60943A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033789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T SECURIT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C394148F-77EF-CD0E-FF27-BF2BBE236ED0}"/>
              </a:ext>
            </a:extLst>
          </p:cNvPr>
          <p:cNvGrpSpPr/>
          <p:nvPr userDrawn="1"/>
        </p:nvGrpSpPr>
        <p:grpSpPr>
          <a:xfrm>
            <a:off x="141973" y="86100"/>
            <a:ext cx="11949270" cy="392948"/>
            <a:chOff x="44610" y="86100"/>
            <a:chExt cx="11949270" cy="392948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6DC755BB-7178-10EB-E30A-1799921991B3}"/>
                </a:ext>
              </a:extLst>
            </p:cNvPr>
            <p:cNvGrpSpPr/>
            <p:nvPr userDrawn="1"/>
          </p:nvGrpSpPr>
          <p:grpSpPr>
            <a:xfrm>
              <a:off x="198121" y="151083"/>
              <a:ext cx="11795759" cy="327964"/>
              <a:chOff x="152401" y="151083"/>
              <a:chExt cx="11795759" cy="327964"/>
            </a:xfrm>
          </p:grpSpPr>
          <p:sp>
            <p:nvSpPr>
              <p:cNvPr id="43" name="Text Placeholder 4">
                <a:extLst>
                  <a:ext uri="{FF2B5EF4-FFF2-40B4-BE49-F238E27FC236}">
                    <a16:creationId xmlns:a16="http://schemas.microsoft.com/office/drawing/2014/main" id="{4388C2E3-C9BC-0B7F-4721-ACCD5092C1D7}"/>
                  </a:ext>
                </a:extLst>
              </p:cNvPr>
              <p:cNvSpPr txBox="1">
                <a:spLocks/>
              </p:cNvSpPr>
              <p:nvPr userDrawn="1"/>
            </p:nvSpPr>
            <p:spPr bwMode="black">
              <a:xfrm>
                <a:off x="6637851" y="203466"/>
                <a:ext cx="5310309" cy="234252"/>
              </a:xfrm>
              <a:prstGeom prst="rect">
                <a:avLst/>
              </a:prstGeom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1088558" rtl="0" eaLnBrk="1" latinLnBrk="0" hangingPunct="1">
                  <a:spcBef>
                    <a:spcPts val="1800"/>
                  </a:spcBef>
                  <a:buClr>
                    <a:schemeClr val="accent1"/>
                  </a:buClr>
                  <a:buSzPct val="80000"/>
                  <a:buFontTx/>
                  <a:buNone/>
                  <a:defRPr sz="16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179964" indent="-179964" algn="l" defTabSz="1088558" rtl="0" eaLnBrk="1" latinLnBrk="0" hangingPunct="1">
                  <a:spcBef>
                    <a:spcPts val="600"/>
                  </a:spcBef>
                  <a:buClr>
                    <a:schemeClr val="accent1"/>
                  </a:buClr>
                  <a:buSzPct val="100000"/>
                  <a:buFont typeface="Wingdings" pitchFamily="2" charset="2"/>
                  <a:buChar char="§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358775" indent="-179388" algn="l" defTabSz="1088558" rtl="0" eaLnBrk="1" latinLnBrk="0" hangingPunct="1">
                  <a:spcBef>
                    <a:spcPts val="300"/>
                  </a:spcBef>
                  <a:buClr>
                    <a:schemeClr val="tx1"/>
                  </a:buClr>
                  <a:buSzPct val="100000"/>
                  <a:buFont typeface="Arial" panose="020B0604020202020204" pitchFamily="34" charset="0"/>
                  <a:buChar char="–"/>
                  <a:defRPr lang="en-US" sz="1400" kern="1200" noProof="0" dirty="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539892" indent="-179964" algn="l" defTabSz="1088558" rtl="0" eaLnBrk="1" latinLnBrk="0" hangingPunct="1">
                  <a:spcBef>
                    <a:spcPts val="300"/>
                  </a:spcBef>
                  <a:buClr>
                    <a:schemeClr val="tx1"/>
                  </a:buClr>
                  <a:buSzPct val="120000"/>
                  <a:buFont typeface="Arial" pitchFamily="34" charset="0"/>
                  <a:buChar char="▫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719856" indent="-179964" algn="l" defTabSz="1088558" rtl="0" eaLnBrk="1" latinLnBrk="0" hangingPunct="1">
                  <a:spcBef>
                    <a:spcPts val="100"/>
                  </a:spcBef>
                  <a:buClr>
                    <a:schemeClr val="tx1"/>
                  </a:buClr>
                  <a:buSzPct val="100000"/>
                  <a:buFont typeface="Symbol" panose="05050102010706020507" pitchFamily="18" charset="2"/>
                  <a:buChar char="-"/>
                  <a:defRPr sz="11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993535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537814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082093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626373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1088558" rtl="0" eaLnBrk="1" fontAlgn="auto" latinLnBrk="0" hangingPunct="1">
                  <a:lnSpc>
                    <a:spcPct val="100000"/>
                  </a:lnSpc>
                  <a:spcBef>
                    <a:spcPts val="1800"/>
                  </a:spcBef>
                  <a:spcAft>
                    <a:spcPts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2">
                        <a:lumMod val="75000"/>
                      </a:scheme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IT INFRASTRUCTURE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99999">
                        <a:lumMod val="75000"/>
                      </a:srgb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| </a:t>
                </a:r>
                <a:r>
                  <a:rPr kumimoji="0" lang="en-US" sz="105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22498C"/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IT SECURITY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2"/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99999">
                        <a:lumMod val="75000"/>
                      </a:srgb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| SAP | SAP &amp; NON-SAP | NON-SAP</a:t>
                </a: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31BC0965-2376-5A39-0234-B73D249B7E24}"/>
                  </a:ext>
                </a:extLst>
              </p:cNvPr>
              <p:cNvSpPr/>
              <p:nvPr userDrawn="1"/>
            </p:nvSpPr>
            <p:spPr bwMode="gray">
              <a:xfrm>
                <a:off x="2346960" y="451615"/>
                <a:ext cx="9601200" cy="27432"/>
              </a:xfrm>
              <a:prstGeom prst="rect">
                <a:avLst/>
              </a:prstGeom>
              <a:solidFill>
                <a:srgbClr val="087FCD"/>
              </a:solidFill>
              <a:ln w="25400" algn="ctr">
                <a:noFill/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endParaRPr>
              </a:p>
            </p:txBody>
          </p:sp>
          <p:sp>
            <p:nvSpPr>
              <p:cNvPr id="45" name="Rounded Rectangle 25">
                <a:extLst>
                  <a:ext uri="{FF2B5EF4-FFF2-40B4-BE49-F238E27FC236}">
                    <a16:creationId xmlns:a16="http://schemas.microsoft.com/office/drawing/2014/main" id="{D331EFEF-CCFC-332D-2016-F5C383698B01}"/>
                  </a:ext>
                </a:extLst>
              </p:cNvPr>
              <p:cNvSpPr/>
              <p:nvPr userDrawn="1"/>
            </p:nvSpPr>
            <p:spPr bwMode="gray">
              <a:xfrm>
                <a:off x="152401" y="151083"/>
                <a:ext cx="2194559" cy="327964"/>
              </a:xfrm>
              <a:prstGeom prst="roundRect">
                <a:avLst>
                  <a:gd name="adj" fmla="val 0"/>
                </a:avLst>
              </a:prstGeom>
              <a:gradFill flip="none" rotWithShape="1">
                <a:gsLst>
                  <a:gs pos="80000">
                    <a:srgbClr val="002060">
                      <a:alpha val="96000"/>
                    </a:srgbClr>
                  </a:gs>
                  <a:gs pos="0">
                    <a:srgbClr val="0160B7"/>
                  </a:gs>
                </a:gsLst>
                <a:lin ang="3600000" scaled="0"/>
                <a:tileRect/>
              </a:gradFill>
              <a:ln w="25400" algn="ctr">
                <a:noFill/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endParaRP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DD56CA2C-0074-A022-BF3E-EE16095C7514}"/>
                  </a:ext>
                </a:extLst>
              </p:cNvPr>
              <p:cNvSpPr txBox="1"/>
              <p:nvPr userDrawn="1"/>
            </p:nvSpPr>
            <p:spPr>
              <a:xfrm>
                <a:off x="517607" y="213700"/>
                <a:ext cx="1686359" cy="1769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r>
                  <a:rPr kumimoji="0" lang="en-US" sz="11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IT SERVICE REPORT 2025</a:t>
                </a:r>
              </a:p>
            </p:txBody>
          </p:sp>
          <p:pic>
            <p:nvPicPr>
              <p:cNvPr id="47" name="Picture 46">
                <a:extLst>
                  <a:ext uri="{FF2B5EF4-FFF2-40B4-BE49-F238E27FC236}">
                    <a16:creationId xmlns:a16="http://schemas.microsoft.com/office/drawing/2014/main" id="{71D87669-C891-EE68-AE9F-2D6D0CA69D7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4486" y="223625"/>
                <a:ext cx="164592" cy="164592"/>
              </a:xfrm>
              <a:prstGeom prst="rect">
                <a:avLst/>
              </a:prstGeom>
            </p:spPr>
          </p:pic>
        </p:grpSp>
        <p:sp>
          <p:nvSpPr>
            <p:cNvPr id="36" name="Right Triangle 35">
              <a:extLst>
                <a:ext uri="{FF2B5EF4-FFF2-40B4-BE49-F238E27FC236}">
                  <a16:creationId xmlns:a16="http://schemas.microsoft.com/office/drawing/2014/main" id="{B432CD8C-CF60-97A0-8C67-1445491FB452}"/>
                </a:ext>
              </a:extLst>
            </p:cNvPr>
            <p:cNvSpPr/>
            <p:nvPr userDrawn="1"/>
          </p:nvSpPr>
          <p:spPr bwMode="gray">
            <a:xfrm>
              <a:off x="2392680" y="151083"/>
              <a:ext cx="175260" cy="327964"/>
            </a:xfrm>
            <a:prstGeom prst="rtTriangle">
              <a:avLst/>
            </a:prstGeom>
            <a:solidFill>
              <a:srgbClr val="0A2966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Arial Unicode MS" pitchFamily="34" charset="-128"/>
                <a:cs typeface="Arial Unicode MS" pitchFamily="34" charset="-128"/>
              </a:endParaRPr>
            </a:p>
          </p:txBody>
        </p:sp>
        <p:grpSp>
          <p:nvGrpSpPr>
            <p:cNvPr id="37" name="Group 4">
              <a:extLst>
                <a:ext uri="{FF2B5EF4-FFF2-40B4-BE49-F238E27FC236}">
                  <a16:creationId xmlns:a16="http://schemas.microsoft.com/office/drawing/2014/main" id="{106E6E5E-5036-2D43-8D22-7E162E503B6C}"/>
                </a:ext>
              </a:extLst>
            </p:cNvPr>
            <p:cNvGrpSpPr/>
            <p:nvPr userDrawn="1"/>
          </p:nvGrpSpPr>
          <p:grpSpPr>
            <a:xfrm>
              <a:off x="139700" y="128068"/>
              <a:ext cx="2428240" cy="350980"/>
              <a:chOff x="0" y="-9525"/>
              <a:chExt cx="1035859" cy="145250"/>
            </a:xfrm>
          </p:grpSpPr>
          <p:sp>
            <p:nvSpPr>
              <p:cNvPr id="41" name="Freeform 5">
                <a:extLst>
                  <a:ext uri="{FF2B5EF4-FFF2-40B4-BE49-F238E27FC236}">
                    <a16:creationId xmlns:a16="http://schemas.microsoft.com/office/drawing/2014/main" id="{0571237D-7678-9D34-9AE9-F86C61CEE6FE}"/>
                  </a:ext>
                </a:extLst>
              </p:cNvPr>
              <p:cNvSpPr/>
              <p:nvPr/>
            </p:nvSpPr>
            <p:spPr>
              <a:xfrm>
                <a:off x="0" y="0"/>
                <a:ext cx="1035859" cy="135725"/>
              </a:xfrm>
              <a:custGeom>
                <a:avLst/>
                <a:gdLst/>
                <a:ahLst/>
                <a:cxnLst/>
                <a:rect l="l" t="t" r="r" b="b"/>
                <a:pathLst>
                  <a:path w="1035859" h="135725">
                    <a:moveTo>
                      <a:pt x="0" y="0"/>
                    </a:moveTo>
                    <a:lnTo>
                      <a:pt x="1035859" y="0"/>
                    </a:lnTo>
                    <a:lnTo>
                      <a:pt x="1035859" y="135725"/>
                    </a:lnTo>
                    <a:lnTo>
                      <a:pt x="0" y="135725"/>
                    </a:lnTo>
                    <a:close/>
                  </a:path>
                </a:pathLst>
              </a:custGeom>
              <a:gradFill flip="none" rotWithShape="1">
                <a:gsLst>
                  <a:gs pos="74692">
                    <a:srgbClr val="0B78C2"/>
                  </a:gs>
                  <a:gs pos="0">
                    <a:srgbClr val="19569D"/>
                  </a:gs>
                  <a:gs pos="0">
                    <a:srgbClr val="22498C"/>
                  </a:gs>
                  <a:gs pos="43000">
                    <a:srgbClr val="214A8D"/>
                  </a:gs>
                  <a:gs pos="100000">
                    <a:srgbClr val="0880CE"/>
                  </a:gs>
                </a:gsLst>
                <a:lin ang="0" scaled="0"/>
                <a:tileRect/>
              </a:gradFill>
            </p:spPr>
          </p:sp>
          <p:sp>
            <p:nvSpPr>
              <p:cNvPr id="42" name="TextBox 6">
                <a:extLst>
                  <a:ext uri="{FF2B5EF4-FFF2-40B4-BE49-F238E27FC236}">
                    <a16:creationId xmlns:a16="http://schemas.microsoft.com/office/drawing/2014/main" id="{577F569F-FC2D-FB56-F3BF-B9A14AC72EB8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1035859" cy="1452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00"/>
                  </a:lnSpc>
                </a:pPr>
                <a:r>
                  <a:rPr lang="en-US" sz="1200" b="0" dirty="0">
                    <a:solidFill>
                      <a:srgbClr val="FFFFFF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  <a:sym typeface="Futura Bold"/>
                  </a:rPr>
                  <a:t>IT SERVICE REPORT 2026</a:t>
                </a:r>
              </a:p>
            </p:txBody>
          </p:sp>
        </p:grpSp>
        <p:sp>
          <p:nvSpPr>
            <p:cNvPr id="38" name="Chevron 12">
              <a:extLst>
                <a:ext uri="{FF2B5EF4-FFF2-40B4-BE49-F238E27FC236}">
                  <a16:creationId xmlns:a16="http://schemas.microsoft.com/office/drawing/2014/main" id="{FB01BCFD-7224-5960-AE77-4A98924A4E98}"/>
                </a:ext>
              </a:extLst>
            </p:cNvPr>
            <p:cNvSpPr/>
            <p:nvPr userDrawn="1"/>
          </p:nvSpPr>
          <p:spPr bwMode="gray">
            <a:xfrm>
              <a:off x="44610" y="151082"/>
              <a:ext cx="186381" cy="325999"/>
            </a:xfrm>
            <a:prstGeom prst="chevron">
              <a:avLst/>
            </a:prstGeom>
            <a:solidFill>
              <a:srgbClr val="FFFFFF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sz="1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39" name="Flowchart: Connector 38">
              <a:extLst>
                <a:ext uri="{FF2B5EF4-FFF2-40B4-BE49-F238E27FC236}">
                  <a16:creationId xmlns:a16="http://schemas.microsoft.com/office/drawing/2014/main" id="{CB1592D4-36A4-68A8-FB35-5B4CCF2E9130}"/>
                </a:ext>
              </a:extLst>
            </p:cNvPr>
            <p:cNvSpPr/>
            <p:nvPr userDrawn="1"/>
          </p:nvSpPr>
          <p:spPr bwMode="gray">
            <a:xfrm>
              <a:off x="2362864" y="86100"/>
              <a:ext cx="240851" cy="243676"/>
            </a:xfrm>
            <a:prstGeom prst="flowChartConnector">
              <a:avLst/>
            </a:prstGeom>
            <a:solidFill>
              <a:srgbClr val="FFFFFF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sz="1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40" name="Flowchart: Connector 39">
              <a:extLst>
                <a:ext uri="{FF2B5EF4-FFF2-40B4-BE49-F238E27FC236}">
                  <a16:creationId xmlns:a16="http://schemas.microsoft.com/office/drawing/2014/main" id="{F80B7182-A76B-127F-4BF3-7E8FD4821A1F}"/>
                </a:ext>
              </a:extLst>
            </p:cNvPr>
            <p:cNvSpPr/>
            <p:nvPr userDrawn="1"/>
          </p:nvSpPr>
          <p:spPr bwMode="gray">
            <a:xfrm>
              <a:off x="2425700" y="169600"/>
              <a:ext cx="97367" cy="98720"/>
            </a:xfrm>
            <a:prstGeom prst="flowChartConnector">
              <a:avLst/>
            </a:prstGeom>
            <a:solidFill>
              <a:srgbClr val="097ECA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sz="1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endParaRPr>
            </a:p>
          </p:txBody>
        </p:sp>
      </p:grpSp>
      <p:sp>
        <p:nvSpPr>
          <p:cNvPr id="48" name="Arrow: Chevron 47">
            <a:extLst>
              <a:ext uri="{FF2B5EF4-FFF2-40B4-BE49-F238E27FC236}">
                <a16:creationId xmlns:a16="http://schemas.microsoft.com/office/drawing/2014/main" id="{6E879341-4BE1-D9D8-24BB-3EBD89E40AC5}"/>
              </a:ext>
            </a:extLst>
          </p:cNvPr>
          <p:cNvSpPr/>
          <p:nvPr userDrawn="1"/>
        </p:nvSpPr>
        <p:spPr bwMode="gray">
          <a:xfrm>
            <a:off x="120281" y="151235"/>
            <a:ext cx="186380" cy="327963"/>
          </a:xfrm>
          <a:prstGeom prst="chevron">
            <a:avLst/>
          </a:prstGeom>
          <a:solidFill>
            <a:srgbClr val="95C640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49" name="Arrow: Chevron 48">
            <a:extLst>
              <a:ext uri="{FF2B5EF4-FFF2-40B4-BE49-F238E27FC236}">
                <a16:creationId xmlns:a16="http://schemas.microsoft.com/office/drawing/2014/main" id="{B6F2BE81-56BD-6FAE-37E8-9C9AD9BBF49C}"/>
              </a:ext>
            </a:extLst>
          </p:cNvPr>
          <p:cNvSpPr/>
          <p:nvPr userDrawn="1"/>
        </p:nvSpPr>
        <p:spPr bwMode="gray">
          <a:xfrm>
            <a:off x="11076" y="151384"/>
            <a:ext cx="186380" cy="327963"/>
          </a:xfrm>
          <a:prstGeom prst="chevron">
            <a:avLst/>
          </a:prstGeom>
          <a:solidFill>
            <a:srgbClr val="60943A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098647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A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4E275E6-5597-FA2E-8646-FE659289D208}"/>
              </a:ext>
            </a:extLst>
          </p:cNvPr>
          <p:cNvGrpSpPr/>
          <p:nvPr userDrawn="1"/>
        </p:nvGrpSpPr>
        <p:grpSpPr>
          <a:xfrm>
            <a:off x="141973" y="86100"/>
            <a:ext cx="11949270" cy="392948"/>
            <a:chOff x="44610" y="86100"/>
            <a:chExt cx="11949270" cy="392948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A0EFDCE6-EAC7-5FF8-7500-391F41CE8613}"/>
                </a:ext>
              </a:extLst>
            </p:cNvPr>
            <p:cNvGrpSpPr/>
            <p:nvPr userDrawn="1"/>
          </p:nvGrpSpPr>
          <p:grpSpPr>
            <a:xfrm>
              <a:off x="198121" y="151083"/>
              <a:ext cx="11795759" cy="327964"/>
              <a:chOff x="152401" y="151083"/>
              <a:chExt cx="11795759" cy="327964"/>
            </a:xfrm>
          </p:grpSpPr>
          <p:sp>
            <p:nvSpPr>
              <p:cNvPr id="24" name="Text Placeholder 4">
                <a:extLst>
                  <a:ext uri="{FF2B5EF4-FFF2-40B4-BE49-F238E27FC236}">
                    <a16:creationId xmlns:a16="http://schemas.microsoft.com/office/drawing/2014/main" id="{AE55A15F-DE0E-8DCE-85C4-70F70EB44BAD}"/>
                  </a:ext>
                </a:extLst>
              </p:cNvPr>
              <p:cNvSpPr txBox="1">
                <a:spLocks/>
              </p:cNvSpPr>
              <p:nvPr userDrawn="1"/>
            </p:nvSpPr>
            <p:spPr bwMode="black">
              <a:xfrm>
                <a:off x="6637851" y="203466"/>
                <a:ext cx="5310309" cy="234252"/>
              </a:xfrm>
              <a:prstGeom prst="rect">
                <a:avLst/>
              </a:prstGeom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1088558" rtl="0" eaLnBrk="1" latinLnBrk="0" hangingPunct="1">
                  <a:spcBef>
                    <a:spcPts val="1800"/>
                  </a:spcBef>
                  <a:buClr>
                    <a:schemeClr val="accent1"/>
                  </a:buClr>
                  <a:buSzPct val="80000"/>
                  <a:buFontTx/>
                  <a:buNone/>
                  <a:defRPr sz="16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179964" indent="-179964" algn="l" defTabSz="1088558" rtl="0" eaLnBrk="1" latinLnBrk="0" hangingPunct="1">
                  <a:spcBef>
                    <a:spcPts val="600"/>
                  </a:spcBef>
                  <a:buClr>
                    <a:schemeClr val="accent1"/>
                  </a:buClr>
                  <a:buSzPct val="100000"/>
                  <a:buFont typeface="Wingdings" pitchFamily="2" charset="2"/>
                  <a:buChar char="§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358775" indent="-179388" algn="l" defTabSz="1088558" rtl="0" eaLnBrk="1" latinLnBrk="0" hangingPunct="1">
                  <a:spcBef>
                    <a:spcPts val="300"/>
                  </a:spcBef>
                  <a:buClr>
                    <a:schemeClr val="tx1"/>
                  </a:buClr>
                  <a:buSzPct val="100000"/>
                  <a:buFont typeface="Arial" panose="020B0604020202020204" pitchFamily="34" charset="0"/>
                  <a:buChar char="–"/>
                  <a:defRPr lang="en-US" sz="1400" kern="1200" noProof="0" dirty="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539892" indent="-179964" algn="l" defTabSz="1088558" rtl="0" eaLnBrk="1" latinLnBrk="0" hangingPunct="1">
                  <a:spcBef>
                    <a:spcPts val="300"/>
                  </a:spcBef>
                  <a:buClr>
                    <a:schemeClr val="tx1"/>
                  </a:buClr>
                  <a:buSzPct val="120000"/>
                  <a:buFont typeface="Arial" pitchFamily="34" charset="0"/>
                  <a:buChar char="▫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719856" indent="-179964" algn="l" defTabSz="1088558" rtl="0" eaLnBrk="1" latinLnBrk="0" hangingPunct="1">
                  <a:spcBef>
                    <a:spcPts val="100"/>
                  </a:spcBef>
                  <a:buClr>
                    <a:schemeClr val="tx1"/>
                  </a:buClr>
                  <a:buSzPct val="100000"/>
                  <a:buFont typeface="Symbol" panose="05050102010706020507" pitchFamily="18" charset="2"/>
                  <a:buChar char="-"/>
                  <a:defRPr sz="11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993535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537814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082093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626373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1088558" rtl="0" eaLnBrk="1" fontAlgn="auto" latinLnBrk="0" hangingPunct="1">
                  <a:lnSpc>
                    <a:spcPct val="100000"/>
                  </a:lnSpc>
                  <a:spcBef>
                    <a:spcPts val="1800"/>
                  </a:spcBef>
                  <a:spcAft>
                    <a:spcPts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2">
                        <a:lumMod val="75000"/>
                      </a:scheme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IT INFRASTRUCTURE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99999">
                        <a:lumMod val="75000"/>
                      </a:srgb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|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2">
                        <a:lumMod val="75000"/>
                      </a:scheme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IT SECURITY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99999">
                        <a:lumMod val="75000"/>
                      </a:srgb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| </a:t>
                </a:r>
                <a:r>
                  <a:rPr kumimoji="0" lang="en-US" sz="105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22498C"/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SAP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99999">
                        <a:lumMod val="75000"/>
                      </a:srgb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 | SAP &amp; NON-SAP | NON-SAP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308BD069-D8EF-3E71-36C7-3AB01890C978}"/>
                  </a:ext>
                </a:extLst>
              </p:cNvPr>
              <p:cNvSpPr/>
              <p:nvPr userDrawn="1"/>
            </p:nvSpPr>
            <p:spPr bwMode="gray">
              <a:xfrm>
                <a:off x="2346960" y="451615"/>
                <a:ext cx="9601200" cy="27432"/>
              </a:xfrm>
              <a:prstGeom prst="rect">
                <a:avLst/>
              </a:prstGeom>
              <a:solidFill>
                <a:srgbClr val="087FCD"/>
              </a:solidFill>
              <a:ln w="25400" algn="ctr">
                <a:noFill/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endParaRPr>
              </a:p>
            </p:txBody>
          </p:sp>
          <p:sp>
            <p:nvSpPr>
              <p:cNvPr id="29" name="Rounded Rectangle 25">
                <a:extLst>
                  <a:ext uri="{FF2B5EF4-FFF2-40B4-BE49-F238E27FC236}">
                    <a16:creationId xmlns:a16="http://schemas.microsoft.com/office/drawing/2014/main" id="{7A113609-E4BB-89CB-28AF-A4A2D694BDD5}"/>
                  </a:ext>
                </a:extLst>
              </p:cNvPr>
              <p:cNvSpPr/>
              <p:nvPr userDrawn="1"/>
            </p:nvSpPr>
            <p:spPr bwMode="gray">
              <a:xfrm>
                <a:off x="152401" y="151083"/>
                <a:ext cx="2194559" cy="327964"/>
              </a:xfrm>
              <a:prstGeom prst="roundRect">
                <a:avLst>
                  <a:gd name="adj" fmla="val 0"/>
                </a:avLst>
              </a:prstGeom>
              <a:gradFill flip="none" rotWithShape="1">
                <a:gsLst>
                  <a:gs pos="80000">
                    <a:srgbClr val="002060">
                      <a:alpha val="96000"/>
                    </a:srgbClr>
                  </a:gs>
                  <a:gs pos="0">
                    <a:srgbClr val="0160B7"/>
                  </a:gs>
                </a:gsLst>
                <a:lin ang="3600000" scaled="0"/>
                <a:tileRect/>
              </a:gradFill>
              <a:ln w="25400" algn="ctr">
                <a:noFill/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9E600DE-9529-16D3-6EA3-56B10859BDAD}"/>
                  </a:ext>
                </a:extLst>
              </p:cNvPr>
              <p:cNvSpPr txBox="1"/>
              <p:nvPr userDrawn="1"/>
            </p:nvSpPr>
            <p:spPr>
              <a:xfrm>
                <a:off x="517607" y="213700"/>
                <a:ext cx="1686359" cy="1769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r>
                  <a:rPr kumimoji="0" lang="en-US" sz="11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IT SERVICE REPORT 2025</a:t>
                </a:r>
              </a:p>
            </p:txBody>
          </p:sp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185814F4-C54E-919B-BD97-9E07E6141B6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4486" y="223625"/>
                <a:ext cx="164592" cy="164592"/>
              </a:xfrm>
              <a:prstGeom prst="rect">
                <a:avLst/>
              </a:prstGeom>
            </p:spPr>
          </p:pic>
        </p:grpSp>
        <p:sp>
          <p:nvSpPr>
            <p:cNvPr id="4" name="Right Triangle 3">
              <a:extLst>
                <a:ext uri="{FF2B5EF4-FFF2-40B4-BE49-F238E27FC236}">
                  <a16:creationId xmlns:a16="http://schemas.microsoft.com/office/drawing/2014/main" id="{637BDB0D-33E3-084A-57CB-CE667B3FB539}"/>
                </a:ext>
              </a:extLst>
            </p:cNvPr>
            <p:cNvSpPr/>
            <p:nvPr userDrawn="1"/>
          </p:nvSpPr>
          <p:spPr bwMode="gray">
            <a:xfrm>
              <a:off x="2392680" y="151083"/>
              <a:ext cx="175260" cy="327964"/>
            </a:xfrm>
            <a:prstGeom prst="rtTriangle">
              <a:avLst/>
            </a:prstGeom>
            <a:solidFill>
              <a:srgbClr val="0A2966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Arial Unicode MS" pitchFamily="34" charset="-128"/>
                <a:cs typeface="Arial Unicode MS" pitchFamily="34" charset="-128"/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8B21CB8-4B33-32D7-20D8-C2CE3F81075A}"/>
                </a:ext>
              </a:extLst>
            </p:cNvPr>
            <p:cNvGrpSpPr/>
            <p:nvPr userDrawn="1"/>
          </p:nvGrpSpPr>
          <p:grpSpPr>
            <a:xfrm>
              <a:off x="139700" y="128068"/>
              <a:ext cx="2428240" cy="350980"/>
              <a:chOff x="0" y="-9525"/>
              <a:chExt cx="1035859" cy="145250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AC9AFDC4-32AE-B0BE-F0DB-3E8653ED0DCA}"/>
                  </a:ext>
                </a:extLst>
              </p:cNvPr>
              <p:cNvSpPr/>
              <p:nvPr/>
            </p:nvSpPr>
            <p:spPr>
              <a:xfrm>
                <a:off x="0" y="0"/>
                <a:ext cx="1035859" cy="135725"/>
              </a:xfrm>
              <a:custGeom>
                <a:avLst/>
                <a:gdLst/>
                <a:ahLst/>
                <a:cxnLst/>
                <a:rect l="l" t="t" r="r" b="b"/>
                <a:pathLst>
                  <a:path w="1035859" h="135725">
                    <a:moveTo>
                      <a:pt x="0" y="0"/>
                    </a:moveTo>
                    <a:lnTo>
                      <a:pt x="1035859" y="0"/>
                    </a:lnTo>
                    <a:lnTo>
                      <a:pt x="1035859" y="135725"/>
                    </a:lnTo>
                    <a:lnTo>
                      <a:pt x="0" y="135725"/>
                    </a:lnTo>
                    <a:close/>
                  </a:path>
                </a:pathLst>
              </a:custGeom>
              <a:gradFill flip="none" rotWithShape="1">
                <a:gsLst>
                  <a:gs pos="74692">
                    <a:srgbClr val="0B78C2"/>
                  </a:gs>
                  <a:gs pos="0">
                    <a:srgbClr val="19569D"/>
                  </a:gs>
                  <a:gs pos="0">
                    <a:srgbClr val="22498C"/>
                  </a:gs>
                  <a:gs pos="43000">
                    <a:srgbClr val="214A8D"/>
                  </a:gs>
                  <a:gs pos="100000">
                    <a:srgbClr val="0880CE"/>
                  </a:gs>
                </a:gsLst>
                <a:lin ang="0" scaled="0"/>
                <a:tileRect/>
              </a:gradFill>
            </p:spPr>
          </p:sp>
          <p:sp>
            <p:nvSpPr>
              <p:cNvPr id="19" name="TextBox 6">
                <a:extLst>
                  <a:ext uri="{FF2B5EF4-FFF2-40B4-BE49-F238E27FC236}">
                    <a16:creationId xmlns:a16="http://schemas.microsoft.com/office/drawing/2014/main" id="{2A831AD5-4A52-F224-207B-84704CFABDCD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1035859" cy="1452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00"/>
                  </a:lnSpc>
                </a:pPr>
                <a:r>
                  <a:rPr lang="en-US" sz="1200" b="0" dirty="0">
                    <a:solidFill>
                      <a:srgbClr val="FFFFFF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  <a:sym typeface="Futura Bold"/>
                  </a:rPr>
                  <a:t>IT SERVICE REPORT 2026</a:t>
                </a:r>
              </a:p>
            </p:txBody>
          </p:sp>
        </p:grpSp>
        <p:sp>
          <p:nvSpPr>
            <p:cNvPr id="6" name="Chevron 12">
              <a:extLst>
                <a:ext uri="{FF2B5EF4-FFF2-40B4-BE49-F238E27FC236}">
                  <a16:creationId xmlns:a16="http://schemas.microsoft.com/office/drawing/2014/main" id="{29B34329-AAC6-BE84-01EE-7094F9DD89BD}"/>
                </a:ext>
              </a:extLst>
            </p:cNvPr>
            <p:cNvSpPr/>
            <p:nvPr userDrawn="1"/>
          </p:nvSpPr>
          <p:spPr bwMode="gray">
            <a:xfrm>
              <a:off x="44610" y="151082"/>
              <a:ext cx="186381" cy="325999"/>
            </a:xfrm>
            <a:prstGeom prst="chevron">
              <a:avLst/>
            </a:prstGeom>
            <a:solidFill>
              <a:srgbClr val="FFFFFF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sz="1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7" name="Flowchart: Connector 6">
              <a:extLst>
                <a:ext uri="{FF2B5EF4-FFF2-40B4-BE49-F238E27FC236}">
                  <a16:creationId xmlns:a16="http://schemas.microsoft.com/office/drawing/2014/main" id="{DF5F13F6-17C6-BBEA-22F2-AE9522908682}"/>
                </a:ext>
              </a:extLst>
            </p:cNvPr>
            <p:cNvSpPr/>
            <p:nvPr userDrawn="1"/>
          </p:nvSpPr>
          <p:spPr bwMode="gray">
            <a:xfrm>
              <a:off x="2362864" y="86100"/>
              <a:ext cx="240851" cy="243676"/>
            </a:xfrm>
            <a:prstGeom prst="flowChartConnector">
              <a:avLst/>
            </a:prstGeom>
            <a:solidFill>
              <a:srgbClr val="FFFFFF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sz="1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8" name="Flowchart: Connector 7">
              <a:extLst>
                <a:ext uri="{FF2B5EF4-FFF2-40B4-BE49-F238E27FC236}">
                  <a16:creationId xmlns:a16="http://schemas.microsoft.com/office/drawing/2014/main" id="{1579298D-F659-88C3-BF0C-E7B5E3EA2132}"/>
                </a:ext>
              </a:extLst>
            </p:cNvPr>
            <p:cNvSpPr/>
            <p:nvPr userDrawn="1"/>
          </p:nvSpPr>
          <p:spPr bwMode="gray">
            <a:xfrm>
              <a:off x="2425700" y="169600"/>
              <a:ext cx="97367" cy="98720"/>
            </a:xfrm>
            <a:prstGeom prst="flowChartConnector">
              <a:avLst/>
            </a:prstGeom>
            <a:solidFill>
              <a:srgbClr val="097ECA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sz="1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endParaRPr>
            </a:p>
          </p:txBody>
        </p:sp>
      </p:grpSp>
      <p:sp>
        <p:nvSpPr>
          <p:cNvPr id="32" name="Arrow: Chevron 31">
            <a:extLst>
              <a:ext uri="{FF2B5EF4-FFF2-40B4-BE49-F238E27FC236}">
                <a16:creationId xmlns:a16="http://schemas.microsoft.com/office/drawing/2014/main" id="{2C13BE59-8CEC-97B7-407B-4B54621B34C4}"/>
              </a:ext>
            </a:extLst>
          </p:cNvPr>
          <p:cNvSpPr/>
          <p:nvPr userDrawn="1"/>
        </p:nvSpPr>
        <p:spPr bwMode="gray">
          <a:xfrm>
            <a:off x="120281" y="151235"/>
            <a:ext cx="186380" cy="327963"/>
          </a:xfrm>
          <a:prstGeom prst="chevron">
            <a:avLst/>
          </a:prstGeom>
          <a:solidFill>
            <a:srgbClr val="95C640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3" name="Arrow: Chevron 32">
            <a:extLst>
              <a:ext uri="{FF2B5EF4-FFF2-40B4-BE49-F238E27FC236}">
                <a16:creationId xmlns:a16="http://schemas.microsoft.com/office/drawing/2014/main" id="{67702F7E-73CA-CC61-C866-7DDE4F9DD8A7}"/>
              </a:ext>
            </a:extLst>
          </p:cNvPr>
          <p:cNvSpPr/>
          <p:nvPr userDrawn="1"/>
        </p:nvSpPr>
        <p:spPr bwMode="gray">
          <a:xfrm>
            <a:off x="11076" y="151384"/>
            <a:ext cx="186380" cy="327963"/>
          </a:xfrm>
          <a:prstGeom prst="chevron">
            <a:avLst/>
          </a:prstGeom>
          <a:solidFill>
            <a:srgbClr val="60943A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465235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AP NONSA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C4A75EE-C483-A71A-62F1-1259EB39818B}"/>
              </a:ext>
            </a:extLst>
          </p:cNvPr>
          <p:cNvGrpSpPr/>
          <p:nvPr userDrawn="1"/>
        </p:nvGrpSpPr>
        <p:grpSpPr>
          <a:xfrm>
            <a:off x="141973" y="86100"/>
            <a:ext cx="11949270" cy="392948"/>
            <a:chOff x="44610" y="86100"/>
            <a:chExt cx="11949270" cy="392948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D0B138DF-8A3A-043A-A936-A48AC7340798}"/>
                </a:ext>
              </a:extLst>
            </p:cNvPr>
            <p:cNvGrpSpPr/>
            <p:nvPr userDrawn="1"/>
          </p:nvGrpSpPr>
          <p:grpSpPr>
            <a:xfrm>
              <a:off x="198121" y="151083"/>
              <a:ext cx="11795759" cy="327964"/>
              <a:chOff x="152401" y="151083"/>
              <a:chExt cx="11795759" cy="327964"/>
            </a:xfrm>
          </p:grpSpPr>
          <p:sp>
            <p:nvSpPr>
              <p:cNvPr id="24" name="Text Placeholder 4">
                <a:extLst>
                  <a:ext uri="{FF2B5EF4-FFF2-40B4-BE49-F238E27FC236}">
                    <a16:creationId xmlns:a16="http://schemas.microsoft.com/office/drawing/2014/main" id="{963F9425-82F0-FDDE-90A1-2F6D9EAC94C5}"/>
                  </a:ext>
                </a:extLst>
              </p:cNvPr>
              <p:cNvSpPr txBox="1">
                <a:spLocks/>
              </p:cNvSpPr>
              <p:nvPr userDrawn="1"/>
            </p:nvSpPr>
            <p:spPr bwMode="black">
              <a:xfrm>
                <a:off x="6637851" y="203466"/>
                <a:ext cx="5310309" cy="234252"/>
              </a:xfrm>
              <a:prstGeom prst="rect">
                <a:avLst/>
              </a:prstGeom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1088558" rtl="0" eaLnBrk="1" latinLnBrk="0" hangingPunct="1">
                  <a:spcBef>
                    <a:spcPts val="1800"/>
                  </a:spcBef>
                  <a:buClr>
                    <a:schemeClr val="accent1"/>
                  </a:buClr>
                  <a:buSzPct val="80000"/>
                  <a:buFontTx/>
                  <a:buNone/>
                  <a:defRPr sz="16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179964" indent="-179964" algn="l" defTabSz="1088558" rtl="0" eaLnBrk="1" latinLnBrk="0" hangingPunct="1">
                  <a:spcBef>
                    <a:spcPts val="600"/>
                  </a:spcBef>
                  <a:buClr>
                    <a:schemeClr val="accent1"/>
                  </a:buClr>
                  <a:buSzPct val="100000"/>
                  <a:buFont typeface="Wingdings" pitchFamily="2" charset="2"/>
                  <a:buChar char="§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358775" indent="-179388" algn="l" defTabSz="1088558" rtl="0" eaLnBrk="1" latinLnBrk="0" hangingPunct="1">
                  <a:spcBef>
                    <a:spcPts val="300"/>
                  </a:spcBef>
                  <a:buClr>
                    <a:schemeClr val="tx1"/>
                  </a:buClr>
                  <a:buSzPct val="100000"/>
                  <a:buFont typeface="Arial" panose="020B0604020202020204" pitchFamily="34" charset="0"/>
                  <a:buChar char="–"/>
                  <a:defRPr lang="en-US" sz="1400" kern="1200" noProof="0" dirty="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539892" indent="-179964" algn="l" defTabSz="1088558" rtl="0" eaLnBrk="1" latinLnBrk="0" hangingPunct="1">
                  <a:spcBef>
                    <a:spcPts val="300"/>
                  </a:spcBef>
                  <a:buClr>
                    <a:schemeClr val="tx1"/>
                  </a:buClr>
                  <a:buSzPct val="120000"/>
                  <a:buFont typeface="Arial" pitchFamily="34" charset="0"/>
                  <a:buChar char="▫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719856" indent="-179964" algn="l" defTabSz="1088558" rtl="0" eaLnBrk="1" latinLnBrk="0" hangingPunct="1">
                  <a:spcBef>
                    <a:spcPts val="100"/>
                  </a:spcBef>
                  <a:buClr>
                    <a:schemeClr val="tx1"/>
                  </a:buClr>
                  <a:buSzPct val="100000"/>
                  <a:buFont typeface="Symbol" panose="05050102010706020507" pitchFamily="18" charset="2"/>
                  <a:buChar char="-"/>
                  <a:defRPr sz="11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993535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537814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082093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626373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1088558" rtl="0" eaLnBrk="1" fontAlgn="auto" latinLnBrk="0" hangingPunct="1">
                  <a:lnSpc>
                    <a:spcPct val="100000"/>
                  </a:lnSpc>
                  <a:spcBef>
                    <a:spcPts val="1800"/>
                  </a:spcBef>
                  <a:spcAft>
                    <a:spcPts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2">
                        <a:lumMod val="75000"/>
                      </a:scheme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IT INFRASTRUCTURE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99999">
                        <a:lumMod val="75000"/>
                      </a:srgb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|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2">
                        <a:lumMod val="75000"/>
                      </a:scheme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IT SECURITY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99999">
                        <a:lumMod val="75000"/>
                      </a:srgb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|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2">
                        <a:lumMod val="50000"/>
                      </a:scheme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SAP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99999">
                        <a:lumMod val="75000"/>
                      </a:srgb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 | </a:t>
                </a:r>
                <a:r>
                  <a:rPr kumimoji="0" lang="en-US" sz="105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22498C"/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SAP &amp; NON-SAP</a:t>
                </a:r>
                <a:r>
                  <a:rPr kumimoji="0" lang="en-US" sz="105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999999">
                        <a:lumMod val="75000"/>
                      </a:srgb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99999">
                        <a:lumMod val="75000"/>
                      </a:srgb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| NON-SAP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E56F5E24-01AC-50A9-0CBA-76CB5A51DACB}"/>
                  </a:ext>
                </a:extLst>
              </p:cNvPr>
              <p:cNvSpPr/>
              <p:nvPr userDrawn="1"/>
            </p:nvSpPr>
            <p:spPr bwMode="gray">
              <a:xfrm>
                <a:off x="2346960" y="451615"/>
                <a:ext cx="9601200" cy="27432"/>
              </a:xfrm>
              <a:prstGeom prst="rect">
                <a:avLst/>
              </a:prstGeom>
              <a:solidFill>
                <a:srgbClr val="087FCD"/>
              </a:solidFill>
              <a:ln w="25400" algn="ctr">
                <a:noFill/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endParaRPr>
              </a:p>
            </p:txBody>
          </p:sp>
          <p:sp>
            <p:nvSpPr>
              <p:cNvPr id="29" name="Rounded Rectangle 25">
                <a:extLst>
                  <a:ext uri="{FF2B5EF4-FFF2-40B4-BE49-F238E27FC236}">
                    <a16:creationId xmlns:a16="http://schemas.microsoft.com/office/drawing/2014/main" id="{BF926CE6-64B6-BF76-139C-68636C79724E}"/>
                  </a:ext>
                </a:extLst>
              </p:cNvPr>
              <p:cNvSpPr/>
              <p:nvPr userDrawn="1"/>
            </p:nvSpPr>
            <p:spPr bwMode="gray">
              <a:xfrm>
                <a:off x="152401" y="151083"/>
                <a:ext cx="2194559" cy="327964"/>
              </a:xfrm>
              <a:prstGeom prst="roundRect">
                <a:avLst>
                  <a:gd name="adj" fmla="val 0"/>
                </a:avLst>
              </a:prstGeom>
              <a:gradFill flip="none" rotWithShape="1">
                <a:gsLst>
                  <a:gs pos="80000">
                    <a:srgbClr val="002060">
                      <a:alpha val="96000"/>
                    </a:srgbClr>
                  </a:gs>
                  <a:gs pos="0">
                    <a:srgbClr val="0160B7"/>
                  </a:gs>
                </a:gsLst>
                <a:lin ang="3600000" scaled="0"/>
                <a:tileRect/>
              </a:gradFill>
              <a:ln w="25400" algn="ctr">
                <a:noFill/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F52463B-185F-FF54-0CFF-3201BA088BFD}"/>
                  </a:ext>
                </a:extLst>
              </p:cNvPr>
              <p:cNvSpPr txBox="1"/>
              <p:nvPr userDrawn="1"/>
            </p:nvSpPr>
            <p:spPr>
              <a:xfrm>
                <a:off x="517607" y="213700"/>
                <a:ext cx="1686359" cy="1769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r>
                  <a:rPr kumimoji="0" lang="en-US" sz="11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IT SERVICE REPORT 2025</a:t>
                </a:r>
              </a:p>
            </p:txBody>
          </p:sp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4ED3B386-5694-0583-0383-6AAE346F0508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4486" y="223625"/>
                <a:ext cx="164592" cy="164592"/>
              </a:xfrm>
              <a:prstGeom prst="rect">
                <a:avLst/>
              </a:prstGeom>
            </p:spPr>
          </p:pic>
        </p:grpSp>
        <p:sp>
          <p:nvSpPr>
            <p:cNvPr id="4" name="Right Triangle 3">
              <a:extLst>
                <a:ext uri="{FF2B5EF4-FFF2-40B4-BE49-F238E27FC236}">
                  <a16:creationId xmlns:a16="http://schemas.microsoft.com/office/drawing/2014/main" id="{28F43FC0-2966-68CE-BB02-69B66C072F04}"/>
                </a:ext>
              </a:extLst>
            </p:cNvPr>
            <p:cNvSpPr/>
            <p:nvPr userDrawn="1"/>
          </p:nvSpPr>
          <p:spPr bwMode="gray">
            <a:xfrm>
              <a:off x="2392680" y="151083"/>
              <a:ext cx="175260" cy="327964"/>
            </a:xfrm>
            <a:prstGeom prst="rtTriangle">
              <a:avLst/>
            </a:prstGeom>
            <a:solidFill>
              <a:srgbClr val="0A2966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Arial Unicode MS" pitchFamily="34" charset="-128"/>
                <a:cs typeface="Arial Unicode MS" pitchFamily="34" charset="-128"/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5830FD6A-B5D9-5120-1AB9-BB92C56342CB}"/>
                </a:ext>
              </a:extLst>
            </p:cNvPr>
            <p:cNvGrpSpPr/>
            <p:nvPr userDrawn="1"/>
          </p:nvGrpSpPr>
          <p:grpSpPr>
            <a:xfrm>
              <a:off x="139700" y="128068"/>
              <a:ext cx="2428240" cy="350980"/>
              <a:chOff x="0" y="-9525"/>
              <a:chExt cx="1035859" cy="145250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4CEA0F39-DD12-126E-083A-C535B95D2BB3}"/>
                  </a:ext>
                </a:extLst>
              </p:cNvPr>
              <p:cNvSpPr/>
              <p:nvPr/>
            </p:nvSpPr>
            <p:spPr>
              <a:xfrm>
                <a:off x="0" y="0"/>
                <a:ext cx="1035859" cy="135725"/>
              </a:xfrm>
              <a:custGeom>
                <a:avLst/>
                <a:gdLst/>
                <a:ahLst/>
                <a:cxnLst/>
                <a:rect l="l" t="t" r="r" b="b"/>
                <a:pathLst>
                  <a:path w="1035859" h="135725">
                    <a:moveTo>
                      <a:pt x="0" y="0"/>
                    </a:moveTo>
                    <a:lnTo>
                      <a:pt x="1035859" y="0"/>
                    </a:lnTo>
                    <a:lnTo>
                      <a:pt x="1035859" y="135725"/>
                    </a:lnTo>
                    <a:lnTo>
                      <a:pt x="0" y="135725"/>
                    </a:lnTo>
                    <a:close/>
                  </a:path>
                </a:pathLst>
              </a:custGeom>
              <a:gradFill flip="none" rotWithShape="1">
                <a:gsLst>
                  <a:gs pos="74692">
                    <a:srgbClr val="0B78C2"/>
                  </a:gs>
                  <a:gs pos="0">
                    <a:srgbClr val="19569D"/>
                  </a:gs>
                  <a:gs pos="0">
                    <a:srgbClr val="22498C"/>
                  </a:gs>
                  <a:gs pos="43000">
                    <a:srgbClr val="214A8D"/>
                  </a:gs>
                  <a:gs pos="100000">
                    <a:srgbClr val="0880CE"/>
                  </a:gs>
                </a:gsLst>
                <a:lin ang="0" scaled="0"/>
                <a:tileRect/>
              </a:gradFill>
            </p:spPr>
          </p:sp>
          <p:sp>
            <p:nvSpPr>
              <p:cNvPr id="19" name="TextBox 6">
                <a:extLst>
                  <a:ext uri="{FF2B5EF4-FFF2-40B4-BE49-F238E27FC236}">
                    <a16:creationId xmlns:a16="http://schemas.microsoft.com/office/drawing/2014/main" id="{FF044450-3E87-5BB8-8E4E-11BE5EAA2D1C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1035859" cy="1452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00"/>
                  </a:lnSpc>
                </a:pPr>
                <a:r>
                  <a:rPr lang="en-US" sz="1200" b="0" dirty="0">
                    <a:solidFill>
                      <a:srgbClr val="FFFFFF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  <a:sym typeface="Futura Bold"/>
                  </a:rPr>
                  <a:t>IT SERVICE REPORT 2026</a:t>
                </a:r>
              </a:p>
            </p:txBody>
          </p:sp>
        </p:grpSp>
        <p:sp>
          <p:nvSpPr>
            <p:cNvPr id="6" name="Chevron 12">
              <a:extLst>
                <a:ext uri="{FF2B5EF4-FFF2-40B4-BE49-F238E27FC236}">
                  <a16:creationId xmlns:a16="http://schemas.microsoft.com/office/drawing/2014/main" id="{B5AE2CD1-0B2C-CB7F-15A0-D2844984E852}"/>
                </a:ext>
              </a:extLst>
            </p:cNvPr>
            <p:cNvSpPr/>
            <p:nvPr userDrawn="1"/>
          </p:nvSpPr>
          <p:spPr bwMode="gray">
            <a:xfrm>
              <a:off x="44610" y="151082"/>
              <a:ext cx="186381" cy="325999"/>
            </a:xfrm>
            <a:prstGeom prst="chevron">
              <a:avLst/>
            </a:prstGeom>
            <a:solidFill>
              <a:srgbClr val="FFFFFF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sz="1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7" name="Flowchart: Connector 6">
              <a:extLst>
                <a:ext uri="{FF2B5EF4-FFF2-40B4-BE49-F238E27FC236}">
                  <a16:creationId xmlns:a16="http://schemas.microsoft.com/office/drawing/2014/main" id="{07626020-4F10-53B8-B1BF-169F365D035D}"/>
                </a:ext>
              </a:extLst>
            </p:cNvPr>
            <p:cNvSpPr/>
            <p:nvPr userDrawn="1"/>
          </p:nvSpPr>
          <p:spPr bwMode="gray">
            <a:xfrm>
              <a:off x="2362864" y="86100"/>
              <a:ext cx="240851" cy="243676"/>
            </a:xfrm>
            <a:prstGeom prst="flowChartConnector">
              <a:avLst/>
            </a:prstGeom>
            <a:solidFill>
              <a:srgbClr val="FFFFFF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sz="1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8" name="Flowchart: Connector 7">
              <a:extLst>
                <a:ext uri="{FF2B5EF4-FFF2-40B4-BE49-F238E27FC236}">
                  <a16:creationId xmlns:a16="http://schemas.microsoft.com/office/drawing/2014/main" id="{EAD7BB2F-6E46-6963-62B6-E52070220F7A}"/>
                </a:ext>
              </a:extLst>
            </p:cNvPr>
            <p:cNvSpPr/>
            <p:nvPr userDrawn="1"/>
          </p:nvSpPr>
          <p:spPr bwMode="gray">
            <a:xfrm>
              <a:off x="2425700" y="169600"/>
              <a:ext cx="97367" cy="98720"/>
            </a:xfrm>
            <a:prstGeom prst="flowChartConnector">
              <a:avLst/>
            </a:prstGeom>
            <a:solidFill>
              <a:srgbClr val="097ECA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sz="1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endParaRPr>
            </a:p>
          </p:txBody>
        </p:sp>
      </p:grpSp>
      <p:sp>
        <p:nvSpPr>
          <p:cNvPr id="32" name="Arrow: Chevron 31">
            <a:extLst>
              <a:ext uri="{FF2B5EF4-FFF2-40B4-BE49-F238E27FC236}">
                <a16:creationId xmlns:a16="http://schemas.microsoft.com/office/drawing/2014/main" id="{DFB07744-81D7-13A5-B8CB-5173A95FB3BC}"/>
              </a:ext>
            </a:extLst>
          </p:cNvPr>
          <p:cNvSpPr/>
          <p:nvPr userDrawn="1"/>
        </p:nvSpPr>
        <p:spPr bwMode="gray">
          <a:xfrm>
            <a:off x="120281" y="151235"/>
            <a:ext cx="186380" cy="327963"/>
          </a:xfrm>
          <a:prstGeom prst="chevron">
            <a:avLst/>
          </a:prstGeom>
          <a:solidFill>
            <a:srgbClr val="95C640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3" name="Arrow: Chevron 32">
            <a:extLst>
              <a:ext uri="{FF2B5EF4-FFF2-40B4-BE49-F238E27FC236}">
                <a16:creationId xmlns:a16="http://schemas.microsoft.com/office/drawing/2014/main" id="{B8CE1621-E66E-12D3-347F-F0E31FCF560B}"/>
              </a:ext>
            </a:extLst>
          </p:cNvPr>
          <p:cNvSpPr/>
          <p:nvPr userDrawn="1"/>
        </p:nvSpPr>
        <p:spPr bwMode="gray">
          <a:xfrm>
            <a:off x="11076" y="151384"/>
            <a:ext cx="186380" cy="327963"/>
          </a:xfrm>
          <a:prstGeom prst="chevron">
            <a:avLst/>
          </a:prstGeom>
          <a:solidFill>
            <a:srgbClr val="60943A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8886774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NON SA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B01FCA1-EE03-25BF-DAB7-48D5AEAF194D}"/>
              </a:ext>
            </a:extLst>
          </p:cNvPr>
          <p:cNvGrpSpPr/>
          <p:nvPr userDrawn="1"/>
        </p:nvGrpSpPr>
        <p:grpSpPr>
          <a:xfrm>
            <a:off x="141973" y="86100"/>
            <a:ext cx="11949270" cy="392948"/>
            <a:chOff x="44610" y="86100"/>
            <a:chExt cx="11949270" cy="392948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B9E97D8C-C2B7-37CF-AA4A-57F45047DC2E}"/>
                </a:ext>
              </a:extLst>
            </p:cNvPr>
            <p:cNvGrpSpPr/>
            <p:nvPr userDrawn="1"/>
          </p:nvGrpSpPr>
          <p:grpSpPr>
            <a:xfrm>
              <a:off x="198121" y="151083"/>
              <a:ext cx="11795759" cy="327964"/>
              <a:chOff x="152401" y="151083"/>
              <a:chExt cx="11795759" cy="327964"/>
            </a:xfrm>
          </p:grpSpPr>
          <p:sp>
            <p:nvSpPr>
              <p:cNvPr id="24" name="Text Placeholder 4">
                <a:extLst>
                  <a:ext uri="{FF2B5EF4-FFF2-40B4-BE49-F238E27FC236}">
                    <a16:creationId xmlns:a16="http://schemas.microsoft.com/office/drawing/2014/main" id="{B64142A6-963F-22C6-AD78-06FF22CA41B4}"/>
                  </a:ext>
                </a:extLst>
              </p:cNvPr>
              <p:cNvSpPr txBox="1">
                <a:spLocks/>
              </p:cNvSpPr>
              <p:nvPr userDrawn="1"/>
            </p:nvSpPr>
            <p:spPr bwMode="black">
              <a:xfrm>
                <a:off x="6637851" y="203466"/>
                <a:ext cx="5310309" cy="234252"/>
              </a:xfrm>
              <a:prstGeom prst="rect">
                <a:avLst/>
              </a:prstGeom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1088558" rtl="0" eaLnBrk="1" latinLnBrk="0" hangingPunct="1">
                  <a:spcBef>
                    <a:spcPts val="1800"/>
                  </a:spcBef>
                  <a:buClr>
                    <a:schemeClr val="accent1"/>
                  </a:buClr>
                  <a:buSzPct val="80000"/>
                  <a:buFontTx/>
                  <a:buNone/>
                  <a:defRPr sz="16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179964" indent="-179964" algn="l" defTabSz="1088558" rtl="0" eaLnBrk="1" latinLnBrk="0" hangingPunct="1">
                  <a:spcBef>
                    <a:spcPts val="600"/>
                  </a:spcBef>
                  <a:buClr>
                    <a:schemeClr val="accent1"/>
                  </a:buClr>
                  <a:buSzPct val="100000"/>
                  <a:buFont typeface="Wingdings" pitchFamily="2" charset="2"/>
                  <a:buChar char="§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358775" indent="-179388" algn="l" defTabSz="1088558" rtl="0" eaLnBrk="1" latinLnBrk="0" hangingPunct="1">
                  <a:spcBef>
                    <a:spcPts val="300"/>
                  </a:spcBef>
                  <a:buClr>
                    <a:schemeClr val="tx1"/>
                  </a:buClr>
                  <a:buSzPct val="100000"/>
                  <a:buFont typeface="Arial" panose="020B0604020202020204" pitchFamily="34" charset="0"/>
                  <a:buChar char="–"/>
                  <a:defRPr lang="en-US" sz="1400" kern="1200" noProof="0" dirty="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539892" indent="-179964" algn="l" defTabSz="1088558" rtl="0" eaLnBrk="1" latinLnBrk="0" hangingPunct="1">
                  <a:spcBef>
                    <a:spcPts val="300"/>
                  </a:spcBef>
                  <a:buClr>
                    <a:schemeClr val="tx1"/>
                  </a:buClr>
                  <a:buSzPct val="120000"/>
                  <a:buFont typeface="Arial" pitchFamily="34" charset="0"/>
                  <a:buChar char="▫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719856" indent="-179964" algn="l" defTabSz="1088558" rtl="0" eaLnBrk="1" latinLnBrk="0" hangingPunct="1">
                  <a:spcBef>
                    <a:spcPts val="100"/>
                  </a:spcBef>
                  <a:buClr>
                    <a:schemeClr val="tx1"/>
                  </a:buClr>
                  <a:buSzPct val="100000"/>
                  <a:buFont typeface="Symbol" panose="05050102010706020507" pitchFamily="18" charset="2"/>
                  <a:buChar char="-"/>
                  <a:defRPr sz="11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993535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537814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082093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626373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1088558" rtl="0" eaLnBrk="1" fontAlgn="auto" latinLnBrk="0" hangingPunct="1">
                  <a:lnSpc>
                    <a:spcPct val="100000"/>
                  </a:lnSpc>
                  <a:spcBef>
                    <a:spcPts val="1800"/>
                  </a:spcBef>
                  <a:spcAft>
                    <a:spcPts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2">
                        <a:lumMod val="75000"/>
                      </a:scheme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IT INFRASTRUCTURE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99999">
                        <a:lumMod val="75000"/>
                      </a:srgb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|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2">
                        <a:lumMod val="75000"/>
                      </a:scheme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IT SECURITY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99999">
                        <a:lumMod val="75000"/>
                      </a:srgb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|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2">
                        <a:lumMod val="50000"/>
                      </a:scheme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SAP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99999">
                        <a:lumMod val="75000"/>
                      </a:srgb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 |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2">
                        <a:lumMod val="50000"/>
                      </a:scheme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SAP &amp; NON-SAP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99999">
                        <a:lumMod val="75000"/>
                      </a:srgb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| </a:t>
                </a:r>
                <a:r>
                  <a:rPr kumimoji="0" lang="en-US" sz="105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22498C"/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NON-SAP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A9B90614-1A74-E136-2C0F-4723DB0C572C}"/>
                  </a:ext>
                </a:extLst>
              </p:cNvPr>
              <p:cNvSpPr/>
              <p:nvPr userDrawn="1"/>
            </p:nvSpPr>
            <p:spPr bwMode="gray">
              <a:xfrm>
                <a:off x="2346960" y="451615"/>
                <a:ext cx="9601200" cy="27432"/>
              </a:xfrm>
              <a:prstGeom prst="rect">
                <a:avLst/>
              </a:prstGeom>
              <a:solidFill>
                <a:srgbClr val="087FCD"/>
              </a:solidFill>
              <a:ln w="25400" algn="ctr">
                <a:noFill/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endParaRPr>
              </a:p>
            </p:txBody>
          </p:sp>
          <p:sp>
            <p:nvSpPr>
              <p:cNvPr id="29" name="Rounded Rectangle 25">
                <a:extLst>
                  <a:ext uri="{FF2B5EF4-FFF2-40B4-BE49-F238E27FC236}">
                    <a16:creationId xmlns:a16="http://schemas.microsoft.com/office/drawing/2014/main" id="{3A285109-B75E-B211-B068-A4308F5DB925}"/>
                  </a:ext>
                </a:extLst>
              </p:cNvPr>
              <p:cNvSpPr/>
              <p:nvPr userDrawn="1"/>
            </p:nvSpPr>
            <p:spPr bwMode="gray">
              <a:xfrm>
                <a:off x="152401" y="151083"/>
                <a:ext cx="2194559" cy="327964"/>
              </a:xfrm>
              <a:prstGeom prst="roundRect">
                <a:avLst>
                  <a:gd name="adj" fmla="val 0"/>
                </a:avLst>
              </a:prstGeom>
              <a:gradFill flip="none" rotWithShape="1">
                <a:gsLst>
                  <a:gs pos="80000">
                    <a:srgbClr val="002060">
                      <a:alpha val="96000"/>
                    </a:srgbClr>
                  </a:gs>
                  <a:gs pos="0">
                    <a:srgbClr val="0160B7"/>
                  </a:gs>
                </a:gsLst>
                <a:lin ang="3600000" scaled="0"/>
                <a:tileRect/>
              </a:gradFill>
              <a:ln w="25400" algn="ctr">
                <a:noFill/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D09A8A7-DBB8-98C9-46B1-D33BA177E996}"/>
                  </a:ext>
                </a:extLst>
              </p:cNvPr>
              <p:cNvSpPr txBox="1"/>
              <p:nvPr userDrawn="1"/>
            </p:nvSpPr>
            <p:spPr>
              <a:xfrm>
                <a:off x="517607" y="213700"/>
                <a:ext cx="1686359" cy="1769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r>
                  <a:rPr kumimoji="0" lang="en-US" sz="11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IT SERVICE REPORT 2025</a:t>
                </a:r>
              </a:p>
            </p:txBody>
          </p:sp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971E5A83-3BEF-24F6-BA03-103AB15C8D5C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4486" y="223625"/>
                <a:ext cx="164592" cy="164592"/>
              </a:xfrm>
              <a:prstGeom prst="rect">
                <a:avLst/>
              </a:prstGeom>
            </p:spPr>
          </p:pic>
        </p:grpSp>
        <p:sp>
          <p:nvSpPr>
            <p:cNvPr id="4" name="Right Triangle 3">
              <a:extLst>
                <a:ext uri="{FF2B5EF4-FFF2-40B4-BE49-F238E27FC236}">
                  <a16:creationId xmlns:a16="http://schemas.microsoft.com/office/drawing/2014/main" id="{A5FF3D21-381C-076C-1A76-589B240F0722}"/>
                </a:ext>
              </a:extLst>
            </p:cNvPr>
            <p:cNvSpPr/>
            <p:nvPr userDrawn="1"/>
          </p:nvSpPr>
          <p:spPr bwMode="gray">
            <a:xfrm>
              <a:off x="2392680" y="151083"/>
              <a:ext cx="175260" cy="327964"/>
            </a:xfrm>
            <a:prstGeom prst="rtTriangle">
              <a:avLst/>
            </a:prstGeom>
            <a:solidFill>
              <a:srgbClr val="0A2966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Arial Unicode MS" pitchFamily="34" charset="-128"/>
                <a:cs typeface="Arial Unicode MS" pitchFamily="34" charset="-128"/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EE275D3-B345-4DFB-F093-B603E17BE7A1}"/>
                </a:ext>
              </a:extLst>
            </p:cNvPr>
            <p:cNvGrpSpPr/>
            <p:nvPr userDrawn="1"/>
          </p:nvGrpSpPr>
          <p:grpSpPr>
            <a:xfrm>
              <a:off x="139700" y="128068"/>
              <a:ext cx="2428240" cy="350980"/>
              <a:chOff x="0" y="-9525"/>
              <a:chExt cx="1035859" cy="145250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6B4A54C8-4AE2-72AD-5566-9DFAE4796F3E}"/>
                  </a:ext>
                </a:extLst>
              </p:cNvPr>
              <p:cNvSpPr/>
              <p:nvPr/>
            </p:nvSpPr>
            <p:spPr>
              <a:xfrm>
                <a:off x="0" y="0"/>
                <a:ext cx="1035859" cy="135725"/>
              </a:xfrm>
              <a:custGeom>
                <a:avLst/>
                <a:gdLst/>
                <a:ahLst/>
                <a:cxnLst/>
                <a:rect l="l" t="t" r="r" b="b"/>
                <a:pathLst>
                  <a:path w="1035859" h="135725">
                    <a:moveTo>
                      <a:pt x="0" y="0"/>
                    </a:moveTo>
                    <a:lnTo>
                      <a:pt x="1035859" y="0"/>
                    </a:lnTo>
                    <a:lnTo>
                      <a:pt x="1035859" y="135725"/>
                    </a:lnTo>
                    <a:lnTo>
                      <a:pt x="0" y="135725"/>
                    </a:lnTo>
                    <a:close/>
                  </a:path>
                </a:pathLst>
              </a:custGeom>
              <a:gradFill flip="none" rotWithShape="1">
                <a:gsLst>
                  <a:gs pos="74692">
                    <a:srgbClr val="0B78C2"/>
                  </a:gs>
                  <a:gs pos="0">
                    <a:srgbClr val="19569D"/>
                  </a:gs>
                  <a:gs pos="0">
                    <a:srgbClr val="22498C"/>
                  </a:gs>
                  <a:gs pos="43000">
                    <a:srgbClr val="214A8D"/>
                  </a:gs>
                  <a:gs pos="100000">
                    <a:srgbClr val="0880CE"/>
                  </a:gs>
                </a:gsLst>
                <a:lin ang="0" scaled="0"/>
                <a:tileRect/>
              </a:gradFill>
            </p:spPr>
          </p:sp>
          <p:sp>
            <p:nvSpPr>
              <p:cNvPr id="19" name="TextBox 6">
                <a:extLst>
                  <a:ext uri="{FF2B5EF4-FFF2-40B4-BE49-F238E27FC236}">
                    <a16:creationId xmlns:a16="http://schemas.microsoft.com/office/drawing/2014/main" id="{C9BC4F74-8F07-0516-388B-8682D5B914CD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1035859" cy="1452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00"/>
                  </a:lnSpc>
                </a:pPr>
                <a:r>
                  <a:rPr lang="en-US" sz="1200" b="0" dirty="0">
                    <a:solidFill>
                      <a:srgbClr val="FFFFFF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  <a:sym typeface="Futura Bold"/>
                  </a:rPr>
                  <a:t>IT SERVICE REPORT 2026</a:t>
                </a:r>
              </a:p>
            </p:txBody>
          </p:sp>
        </p:grpSp>
        <p:sp>
          <p:nvSpPr>
            <p:cNvPr id="6" name="Chevron 12">
              <a:extLst>
                <a:ext uri="{FF2B5EF4-FFF2-40B4-BE49-F238E27FC236}">
                  <a16:creationId xmlns:a16="http://schemas.microsoft.com/office/drawing/2014/main" id="{A65528F0-EFA3-FEBC-B046-7CED49881C66}"/>
                </a:ext>
              </a:extLst>
            </p:cNvPr>
            <p:cNvSpPr/>
            <p:nvPr userDrawn="1"/>
          </p:nvSpPr>
          <p:spPr bwMode="gray">
            <a:xfrm>
              <a:off x="44610" y="151082"/>
              <a:ext cx="186381" cy="325999"/>
            </a:xfrm>
            <a:prstGeom prst="chevron">
              <a:avLst/>
            </a:prstGeom>
            <a:solidFill>
              <a:srgbClr val="FFFFFF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sz="1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7" name="Flowchart: Connector 6">
              <a:extLst>
                <a:ext uri="{FF2B5EF4-FFF2-40B4-BE49-F238E27FC236}">
                  <a16:creationId xmlns:a16="http://schemas.microsoft.com/office/drawing/2014/main" id="{E72E3736-EF26-765B-C5FC-F7B19950F5A4}"/>
                </a:ext>
              </a:extLst>
            </p:cNvPr>
            <p:cNvSpPr/>
            <p:nvPr userDrawn="1"/>
          </p:nvSpPr>
          <p:spPr bwMode="gray">
            <a:xfrm>
              <a:off x="2362864" y="86100"/>
              <a:ext cx="240851" cy="243676"/>
            </a:xfrm>
            <a:prstGeom prst="flowChartConnector">
              <a:avLst/>
            </a:prstGeom>
            <a:solidFill>
              <a:srgbClr val="FFFFFF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sz="1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8" name="Flowchart: Connector 7">
              <a:extLst>
                <a:ext uri="{FF2B5EF4-FFF2-40B4-BE49-F238E27FC236}">
                  <a16:creationId xmlns:a16="http://schemas.microsoft.com/office/drawing/2014/main" id="{9E405082-6177-58EB-0EE3-DC6C0AB6AFFF}"/>
                </a:ext>
              </a:extLst>
            </p:cNvPr>
            <p:cNvSpPr/>
            <p:nvPr userDrawn="1"/>
          </p:nvSpPr>
          <p:spPr bwMode="gray">
            <a:xfrm>
              <a:off x="2425700" y="169600"/>
              <a:ext cx="97367" cy="98720"/>
            </a:xfrm>
            <a:prstGeom prst="flowChartConnector">
              <a:avLst/>
            </a:prstGeom>
            <a:solidFill>
              <a:srgbClr val="097ECA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sz="1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endParaRPr>
            </a:p>
          </p:txBody>
        </p:sp>
      </p:grpSp>
      <p:sp>
        <p:nvSpPr>
          <p:cNvPr id="32" name="Arrow: Chevron 31">
            <a:extLst>
              <a:ext uri="{FF2B5EF4-FFF2-40B4-BE49-F238E27FC236}">
                <a16:creationId xmlns:a16="http://schemas.microsoft.com/office/drawing/2014/main" id="{48987D61-5185-E6F3-58E2-BD1626E3B496}"/>
              </a:ext>
            </a:extLst>
          </p:cNvPr>
          <p:cNvSpPr/>
          <p:nvPr userDrawn="1"/>
        </p:nvSpPr>
        <p:spPr bwMode="gray">
          <a:xfrm>
            <a:off x="120281" y="151235"/>
            <a:ext cx="186380" cy="327963"/>
          </a:xfrm>
          <a:prstGeom prst="chevron">
            <a:avLst/>
          </a:prstGeom>
          <a:solidFill>
            <a:srgbClr val="95C640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3" name="Arrow: Chevron 32">
            <a:extLst>
              <a:ext uri="{FF2B5EF4-FFF2-40B4-BE49-F238E27FC236}">
                <a16:creationId xmlns:a16="http://schemas.microsoft.com/office/drawing/2014/main" id="{08B313BB-727D-6D96-4F3F-1408791D1EC2}"/>
              </a:ext>
            </a:extLst>
          </p:cNvPr>
          <p:cNvSpPr/>
          <p:nvPr userDrawn="1"/>
        </p:nvSpPr>
        <p:spPr bwMode="gray">
          <a:xfrm>
            <a:off x="11076" y="151384"/>
            <a:ext cx="186380" cy="327963"/>
          </a:xfrm>
          <a:prstGeom prst="chevron">
            <a:avLst/>
          </a:prstGeom>
          <a:solidFill>
            <a:srgbClr val="60943A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2761451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and Contact Inform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 bwMode="gray">
          <a:xfrm>
            <a:off x="-38101" y="1"/>
            <a:ext cx="12230101" cy="6858000"/>
          </a:xfrm>
          <a:prstGeom prst="rect">
            <a:avLst/>
          </a:prstGeom>
          <a:gradFill flip="none" rotWithShape="1">
            <a:gsLst>
              <a:gs pos="88000">
                <a:srgbClr val="21498C"/>
              </a:gs>
              <a:gs pos="13000">
                <a:schemeClr val="bg1"/>
              </a:gs>
              <a:gs pos="67000">
                <a:srgbClr val="1D5195"/>
              </a:gs>
              <a:gs pos="29000">
                <a:schemeClr val="bg1">
                  <a:lumMod val="9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Open Sans" pitchFamily="2" charset="0"/>
              <a:cs typeface="Arial" panose="020B0604020202020204" pitchFamily="34" charset="0"/>
            </a:endParaRPr>
          </a:p>
        </p:txBody>
      </p:sp>
      <p:sp>
        <p:nvSpPr>
          <p:cNvPr id="2" name="Thank you"/>
          <p:cNvSpPr>
            <a:spLocks noGrp="1"/>
          </p:cNvSpPr>
          <p:nvPr>
            <p:ph type="ctrTitle" hasCustomPrompt="1"/>
          </p:nvPr>
        </p:nvSpPr>
        <p:spPr bwMode="gray">
          <a:xfrm>
            <a:off x="7457400" y="4370968"/>
            <a:ext cx="4241419" cy="916005"/>
          </a:xfrm>
        </p:spPr>
        <p:txBody>
          <a:bodyPr anchor="t" anchorCtr="0">
            <a:noAutofit/>
          </a:bodyPr>
          <a:lstStyle>
            <a:lvl1pPr algn="r">
              <a:defRPr sz="5498" b="1">
                <a:solidFill>
                  <a:srgbClr val="64973A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-US" dirty="0"/>
              <a:t>Thank you!</a:t>
            </a:r>
            <a:endParaRPr lang="de-DE" dirty="0"/>
          </a:p>
        </p:txBody>
      </p:sp>
      <p:pic>
        <p:nvPicPr>
          <p:cNvPr id="6" name="Picture 5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1F8576DE-3181-A3E2-D7AD-4D178B1DC35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0890" y="3349024"/>
            <a:ext cx="3497929" cy="1021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1309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64">
          <p15:clr>
            <a:srgbClr val="FBAE40"/>
          </p15:clr>
        </p15:guide>
        <p15:guide id="2" orient="horz" pos="924">
          <p15:clr>
            <a:srgbClr val="FBAE40"/>
          </p15:clr>
        </p15:guide>
        <p15:guide id="4" orient="horz" pos="1830">
          <p15:clr>
            <a:srgbClr val="FBAE40"/>
          </p15:clr>
        </p15:guide>
        <p15:guide id="5" orient="horz" pos="4000">
          <p15:clr>
            <a:srgbClr val="FBAE40"/>
          </p15:clr>
        </p15:guide>
        <p15:guide id="6" pos="317">
          <p15:clr>
            <a:srgbClr val="FBAE40"/>
          </p15:clr>
        </p15:guide>
        <p15:guide id="8" pos="3841">
          <p15:clr>
            <a:srgbClr val="FBAE40"/>
          </p15:clr>
        </p15:guide>
        <p15:guide id="9" orient="horz" pos="318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71B669-64C1-47C9-9F86-9D84F5CED7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1" y="1780085"/>
            <a:ext cx="6294120" cy="1265057"/>
          </a:xfrm>
        </p:spPr>
        <p:txBody>
          <a:bodyPr anchor="b">
            <a:normAutofit/>
          </a:bodyPr>
          <a:lstStyle>
            <a:lvl1pPr algn="l">
              <a:defRPr sz="4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775579-3940-4DEC-A955-634DD1B002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1" y="3137218"/>
            <a:ext cx="6294120" cy="571377"/>
          </a:xfrm>
        </p:spPr>
        <p:txBody>
          <a:bodyPr>
            <a:normAutofit/>
          </a:bodyPr>
          <a:lstStyle>
            <a:lvl1pPr marL="0" indent="0" algn="l">
              <a:buNone/>
              <a:defRPr sz="2800" b="1">
                <a:solidFill>
                  <a:srgbClr val="044D6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883953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"/>
          <p:cNvSpPr>
            <a:spLocks noGrp="1"/>
          </p:cNvSpPr>
          <p:nvPr userDrawn="1">
            <p:ph type="body" idx="1"/>
          </p:nvPr>
        </p:nvSpPr>
        <p:spPr bwMode="black">
          <a:xfrm>
            <a:off x="233022" y="1111624"/>
            <a:ext cx="11740708" cy="557604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Title Placeholder"/>
          <p:cNvSpPr>
            <a:spLocks noGrp="1"/>
          </p:cNvSpPr>
          <p:nvPr userDrawn="1">
            <p:ph type="title"/>
          </p:nvPr>
        </p:nvSpPr>
        <p:spPr bwMode="black">
          <a:xfrm>
            <a:off x="233022" y="557784"/>
            <a:ext cx="11740708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noProof="0" dirty="0"/>
              <a:t>Insert page title (sentence case)</a:t>
            </a:r>
          </a:p>
        </p:txBody>
      </p:sp>
    </p:spTree>
    <p:extLst>
      <p:ext uri="{BB962C8B-B14F-4D97-AF65-F5344CB8AC3E}">
        <p14:creationId xmlns:p14="http://schemas.microsoft.com/office/powerpoint/2010/main" val="1346402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8" r:id="rId1"/>
    <p:sldLayoutId id="2147483809" r:id="rId2"/>
    <p:sldLayoutId id="2147483807" r:id="rId3"/>
    <p:sldLayoutId id="2147483810" r:id="rId4"/>
    <p:sldLayoutId id="2147483808" r:id="rId5"/>
    <p:sldLayoutId id="2147483804" r:id="rId6"/>
    <p:sldLayoutId id="2147483806" r:id="rId7"/>
  </p:sldLayoutIdLst>
  <p:hf hdr="0"/>
  <p:txStyles>
    <p:titleStyle>
      <a:lvl1pPr algn="l" defTabSz="1088558" rtl="0" eaLnBrk="1" latinLnBrk="0" hangingPunct="1">
        <a:spcBef>
          <a:spcPct val="0"/>
        </a:spcBef>
        <a:buNone/>
        <a:defRPr sz="2400" b="0" kern="1200" baseline="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0" indent="0" algn="l" defTabSz="1088558" rtl="0" eaLnBrk="1" latinLnBrk="0" hangingPunct="1">
        <a:spcBef>
          <a:spcPts val="1800"/>
        </a:spcBef>
        <a:buClr>
          <a:schemeClr val="accent1"/>
        </a:buClr>
        <a:buSzPct val="80000"/>
        <a:buFontTx/>
        <a:buNone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79964" indent="-179964" algn="l" defTabSz="1088558" rtl="0" eaLnBrk="1" latinLnBrk="0" hangingPunct="1">
        <a:spcBef>
          <a:spcPts val="600"/>
        </a:spcBef>
        <a:buClr>
          <a:schemeClr val="accent1"/>
        </a:buClr>
        <a:buSzPct val="100000"/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358775" indent="-179388" algn="l" defTabSz="1088558" rtl="0" eaLnBrk="1" latinLnBrk="0" hangingPunct="1">
        <a:spcBef>
          <a:spcPts val="300"/>
        </a:spcBef>
        <a:buClr>
          <a:schemeClr val="tx1"/>
        </a:buClr>
        <a:buSzPct val="100000"/>
        <a:buFont typeface="Arial" panose="020B0604020202020204" pitchFamily="34" charset="0"/>
        <a:buChar char="–"/>
        <a:defRPr lang="en-US" sz="14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539892" indent="-179964" algn="l" defTabSz="1088558" rtl="0" eaLnBrk="1" latinLnBrk="0" hangingPunct="1">
        <a:spcBef>
          <a:spcPts val="300"/>
        </a:spcBef>
        <a:buClr>
          <a:schemeClr val="tx1"/>
        </a:buClr>
        <a:buSzPct val="120000"/>
        <a:buFont typeface="Arial" pitchFamily="34" charset="0"/>
        <a:buChar char="▫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19856" indent="-179964" algn="l" defTabSz="1088558" rtl="0" eaLnBrk="1" latinLnBrk="0" hangingPunct="1">
        <a:spcBef>
          <a:spcPts val="100"/>
        </a:spcBef>
        <a:buClr>
          <a:schemeClr val="tx1"/>
        </a:buClr>
        <a:buSzPct val="100000"/>
        <a:buFont typeface="Symbol" panose="05050102010706020507" pitchFamily="18" charset="2"/>
        <a:buChar char="-"/>
        <a:defRPr sz="11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993535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37814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82093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6373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279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558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2837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711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139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5675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09954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4233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"/>
          <p:cNvSpPr>
            <a:spLocks noGrp="1"/>
          </p:cNvSpPr>
          <p:nvPr userDrawn="1">
            <p:ph type="body" idx="1"/>
          </p:nvPr>
        </p:nvSpPr>
        <p:spPr bwMode="black">
          <a:xfrm>
            <a:off x="233022" y="1111624"/>
            <a:ext cx="11740708" cy="557604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Title Placeholder"/>
          <p:cNvSpPr>
            <a:spLocks noGrp="1"/>
          </p:cNvSpPr>
          <p:nvPr userDrawn="1">
            <p:ph type="title"/>
          </p:nvPr>
        </p:nvSpPr>
        <p:spPr bwMode="black">
          <a:xfrm>
            <a:off x="233022" y="557784"/>
            <a:ext cx="11740708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noProof="0" dirty="0"/>
              <a:t>Insert page title (sentence case)</a:t>
            </a:r>
          </a:p>
        </p:txBody>
      </p:sp>
    </p:spTree>
    <p:extLst>
      <p:ext uri="{BB962C8B-B14F-4D97-AF65-F5344CB8AC3E}">
        <p14:creationId xmlns:p14="http://schemas.microsoft.com/office/powerpoint/2010/main" val="1504976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1" r:id="rId1"/>
    <p:sldLayoutId id="2147483822" r:id="rId2"/>
    <p:sldLayoutId id="2147483823" r:id="rId3"/>
    <p:sldLayoutId id="2147483824" r:id="rId4"/>
    <p:sldLayoutId id="2147483825" r:id="rId5"/>
    <p:sldLayoutId id="2147483826" r:id="rId6"/>
    <p:sldLayoutId id="2147483827" r:id="rId7"/>
  </p:sldLayoutIdLst>
  <p:hf hdr="0"/>
  <p:txStyles>
    <p:titleStyle>
      <a:lvl1pPr algn="l" defTabSz="1088558" rtl="0" eaLnBrk="1" latinLnBrk="0" hangingPunct="1">
        <a:spcBef>
          <a:spcPct val="0"/>
        </a:spcBef>
        <a:buNone/>
        <a:defRPr sz="2400" b="0" kern="1200" baseline="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0" indent="0" algn="l" defTabSz="1088558" rtl="0" eaLnBrk="1" latinLnBrk="0" hangingPunct="1">
        <a:spcBef>
          <a:spcPts val="1800"/>
        </a:spcBef>
        <a:buClr>
          <a:schemeClr val="accent1"/>
        </a:buClr>
        <a:buSzPct val="80000"/>
        <a:buFontTx/>
        <a:buNone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79964" indent="-179964" algn="l" defTabSz="1088558" rtl="0" eaLnBrk="1" latinLnBrk="0" hangingPunct="1">
        <a:spcBef>
          <a:spcPts val="600"/>
        </a:spcBef>
        <a:buClr>
          <a:schemeClr val="accent1"/>
        </a:buClr>
        <a:buSzPct val="100000"/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358775" indent="-179388" algn="l" defTabSz="1088558" rtl="0" eaLnBrk="1" latinLnBrk="0" hangingPunct="1">
        <a:spcBef>
          <a:spcPts val="300"/>
        </a:spcBef>
        <a:buClr>
          <a:schemeClr val="tx1"/>
        </a:buClr>
        <a:buSzPct val="100000"/>
        <a:buFont typeface="Arial" panose="020B0604020202020204" pitchFamily="34" charset="0"/>
        <a:buChar char="–"/>
        <a:defRPr lang="en-US" sz="14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539892" indent="-179964" algn="l" defTabSz="1088558" rtl="0" eaLnBrk="1" latinLnBrk="0" hangingPunct="1">
        <a:spcBef>
          <a:spcPts val="300"/>
        </a:spcBef>
        <a:buClr>
          <a:schemeClr val="tx1"/>
        </a:buClr>
        <a:buSzPct val="120000"/>
        <a:buFont typeface="Arial" pitchFamily="34" charset="0"/>
        <a:buChar char="▫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19856" indent="-179964" algn="l" defTabSz="1088558" rtl="0" eaLnBrk="1" latinLnBrk="0" hangingPunct="1">
        <a:spcBef>
          <a:spcPts val="100"/>
        </a:spcBef>
        <a:buClr>
          <a:schemeClr val="tx1"/>
        </a:buClr>
        <a:buSzPct val="100000"/>
        <a:buFont typeface="Symbol" panose="05050102010706020507" pitchFamily="18" charset="2"/>
        <a:buChar char="-"/>
        <a:defRPr sz="11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993535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37814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82093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6373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279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558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2837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711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139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5675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09954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4233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"/>
          <p:cNvSpPr>
            <a:spLocks noGrp="1"/>
          </p:cNvSpPr>
          <p:nvPr userDrawn="1">
            <p:ph type="body" idx="1"/>
          </p:nvPr>
        </p:nvSpPr>
        <p:spPr bwMode="black">
          <a:xfrm>
            <a:off x="233022" y="1111624"/>
            <a:ext cx="11740708" cy="557604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Title Placeholder"/>
          <p:cNvSpPr>
            <a:spLocks noGrp="1"/>
          </p:cNvSpPr>
          <p:nvPr userDrawn="1">
            <p:ph type="title"/>
          </p:nvPr>
        </p:nvSpPr>
        <p:spPr bwMode="black">
          <a:xfrm>
            <a:off x="233022" y="557784"/>
            <a:ext cx="11740708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noProof="0" dirty="0"/>
              <a:t>Insert page title (sentence case)</a:t>
            </a:r>
          </a:p>
        </p:txBody>
      </p:sp>
    </p:spTree>
    <p:extLst>
      <p:ext uri="{BB962C8B-B14F-4D97-AF65-F5344CB8AC3E}">
        <p14:creationId xmlns:p14="http://schemas.microsoft.com/office/powerpoint/2010/main" val="3995094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7" r:id="rId1"/>
    <p:sldLayoutId id="2147483978" r:id="rId2"/>
    <p:sldLayoutId id="2147483979" r:id="rId3"/>
    <p:sldLayoutId id="2147483980" r:id="rId4"/>
    <p:sldLayoutId id="2147483981" r:id="rId5"/>
    <p:sldLayoutId id="2147483982" r:id="rId6"/>
    <p:sldLayoutId id="2147483983" r:id="rId7"/>
  </p:sldLayoutIdLst>
  <p:hf hdr="0"/>
  <p:txStyles>
    <p:titleStyle>
      <a:lvl1pPr algn="l" defTabSz="1088558" rtl="0" eaLnBrk="1" latinLnBrk="0" hangingPunct="1">
        <a:spcBef>
          <a:spcPct val="0"/>
        </a:spcBef>
        <a:buNone/>
        <a:defRPr sz="2400" b="0" kern="1200" baseline="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0" indent="0" algn="l" defTabSz="1088558" rtl="0" eaLnBrk="1" latinLnBrk="0" hangingPunct="1">
        <a:spcBef>
          <a:spcPts val="1800"/>
        </a:spcBef>
        <a:buClr>
          <a:schemeClr val="accent1"/>
        </a:buClr>
        <a:buSzPct val="80000"/>
        <a:buFontTx/>
        <a:buNone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79964" indent="-179964" algn="l" defTabSz="1088558" rtl="0" eaLnBrk="1" latinLnBrk="0" hangingPunct="1">
        <a:spcBef>
          <a:spcPts val="600"/>
        </a:spcBef>
        <a:buClr>
          <a:schemeClr val="accent1"/>
        </a:buClr>
        <a:buSzPct val="100000"/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358775" indent="-179388" algn="l" defTabSz="1088558" rtl="0" eaLnBrk="1" latinLnBrk="0" hangingPunct="1">
        <a:spcBef>
          <a:spcPts val="300"/>
        </a:spcBef>
        <a:buClr>
          <a:schemeClr val="tx1"/>
        </a:buClr>
        <a:buSzPct val="100000"/>
        <a:buFont typeface="Arial" panose="020B0604020202020204" pitchFamily="34" charset="0"/>
        <a:buChar char="–"/>
        <a:defRPr lang="en-US" sz="14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539892" indent="-179964" algn="l" defTabSz="1088558" rtl="0" eaLnBrk="1" latinLnBrk="0" hangingPunct="1">
        <a:spcBef>
          <a:spcPts val="300"/>
        </a:spcBef>
        <a:buClr>
          <a:schemeClr val="tx1"/>
        </a:buClr>
        <a:buSzPct val="120000"/>
        <a:buFont typeface="Arial" pitchFamily="34" charset="0"/>
        <a:buChar char="▫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19856" indent="-179964" algn="l" defTabSz="1088558" rtl="0" eaLnBrk="1" latinLnBrk="0" hangingPunct="1">
        <a:spcBef>
          <a:spcPts val="100"/>
        </a:spcBef>
        <a:buClr>
          <a:schemeClr val="tx1"/>
        </a:buClr>
        <a:buSzPct val="100000"/>
        <a:buFont typeface="Symbol" panose="05050102010706020507" pitchFamily="18" charset="2"/>
        <a:buChar char="-"/>
        <a:defRPr sz="11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993535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37814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82093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6373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279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558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2837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711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139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5675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09954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4233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"/>
          <p:cNvSpPr>
            <a:spLocks noGrp="1"/>
          </p:cNvSpPr>
          <p:nvPr userDrawn="1">
            <p:ph type="body" idx="1"/>
          </p:nvPr>
        </p:nvSpPr>
        <p:spPr bwMode="black">
          <a:xfrm>
            <a:off x="233022" y="1111624"/>
            <a:ext cx="11740708" cy="557604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Title Placeholder"/>
          <p:cNvSpPr>
            <a:spLocks noGrp="1"/>
          </p:cNvSpPr>
          <p:nvPr userDrawn="1">
            <p:ph type="title"/>
          </p:nvPr>
        </p:nvSpPr>
        <p:spPr bwMode="black">
          <a:xfrm>
            <a:off x="233022" y="557784"/>
            <a:ext cx="11740708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noProof="0" dirty="0"/>
              <a:t>Insert page title (sentence case)</a:t>
            </a:r>
          </a:p>
        </p:txBody>
      </p:sp>
    </p:spTree>
    <p:extLst>
      <p:ext uri="{BB962C8B-B14F-4D97-AF65-F5344CB8AC3E}">
        <p14:creationId xmlns:p14="http://schemas.microsoft.com/office/powerpoint/2010/main" val="390237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61" r:id="rId1"/>
    <p:sldLayoutId id="2147484062" r:id="rId2"/>
    <p:sldLayoutId id="2147484063" r:id="rId3"/>
    <p:sldLayoutId id="2147484064" r:id="rId4"/>
    <p:sldLayoutId id="2147484065" r:id="rId5"/>
    <p:sldLayoutId id="2147484066" r:id="rId6"/>
    <p:sldLayoutId id="2147484067" r:id="rId7"/>
  </p:sldLayoutIdLst>
  <p:timing>
    <p:tnLst>
      <p:par>
        <p:cTn id="1" dur="indefinite" restart="never" nodeType="tmRoot"/>
      </p:par>
    </p:tnLst>
  </p:timing>
  <p:hf hdr="0"/>
  <p:txStyles>
    <p:titleStyle>
      <a:lvl1pPr algn="l" defTabSz="1088558" rtl="0" eaLnBrk="1" latinLnBrk="0" hangingPunct="1">
        <a:spcBef>
          <a:spcPct val="0"/>
        </a:spcBef>
        <a:buNone/>
        <a:defRPr sz="2400" b="0" kern="1200" baseline="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0" indent="0" algn="l" defTabSz="1088558" rtl="0" eaLnBrk="1" latinLnBrk="0" hangingPunct="1">
        <a:spcBef>
          <a:spcPts val="1800"/>
        </a:spcBef>
        <a:buClr>
          <a:schemeClr val="accent1"/>
        </a:buClr>
        <a:buSzPct val="80000"/>
        <a:buFontTx/>
        <a:buNone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79964" indent="-179964" algn="l" defTabSz="1088558" rtl="0" eaLnBrk="1" latinLnBrk="0" hangingPunct="1">
        <a:spcBef>
          <a:spcPts val="600"/>
        </a:spcBef>
        <a:buClr>
          <a:schemeClr val="accent1"/>
        </a:buClr>
        <a:buSzPct val="100000"/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358775" indent="-179388" algn="l" defTabSz="1088558" rtl="0" eaLnBrk="1" latinLnBrk="0" hangingPunct="1">
        <a:spcBef>
          <a:spcPts val="300"/>
        </a:spcBef>
        <a:buClr>
          <a:schemeClr val="tx1"/>
        </a:buClr>
        <a:buSzPct val="100000"/>
        <a:buFont typeface="Arial" panose="020B0604020202020204" pitchFamily="34" charset="0"/>
        <a:buChar char="–"/>
        <a:defRPr lang="en-US" sz="14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539892" indent="-179964" algn="l" defTabSz="1088558" rtl="0" eaLnBrk="1" latinLnBrk="0" hangingPunct="1">
        <a:spcBef>
          <a:spcPts val="300"/>
        </a:spcBef>
        <a:buClr>
          <a:schemeClr val="tx1"/>
        </a:buClr>
        <a:buSzPct val="120000"/>
        <a:buFont typeface="Arial" pitchFamily="34" charset="0"/>
        <a:buChar char="▫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19856" indent="-179964" algn="l" defTabSz="1088558" rtl="0" eaLnBrk="1" latinLnBrk="0" hangingPunct="1">
        <a:spcBef>
          <a:spcPts val="100"/>
        </a:spcBef>
        <a:buClr>
          <a:schemeClr val="tx1"/>
        </a:buClr>
        <a:buSzPct val="100000"/>
        <a:buFont typeface="Symbol" panose="05050102010706020507" pitchFamily="18" charset="2"/>
        <a:buChar char="-"/>
        <a:defRPr sz="11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993535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37814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82093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6373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279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558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2837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711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139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5675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09954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4233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Picture 10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8878"/>
            <a:ext cx="12192000" cy="6226422"/>
          </a:xfrm>
          <a:prstGeom prst="rect">
            <a:avLst/>
          </a:prstGeom>
        </p:spPr>
      </p:pic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Title 3"/>
          <p:cNvSpPr txBox="1">
            <a:spLocks/>
          </p:cNvSpPr>
          <p:nvPr/>
        </p:nvSpPr>
        <p:spPr bwMode="black">
          <a:xfrm>
            <a:off x="241187" y="542635"/>
            <a:ext cx="11741150" cy="67698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1088558" rtl="0" eaLnBrk="1" latinLnBrk="0" hangingPunct="1">
              <a:spcBef>
                <a:spcPct val="0"/>
              </a:spcBef>
              <a:buNone/>
              <a:defRPr sz="2400" b="0" kern="1200" baseline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 defTabSz="914400">
              <a:spcBef>
                <a:spcPts val="0"/>
              </a:spcBef>
              <a:defRPr/>
            </a:pPr>
            <a:r>
              <a:rPr kumimoji="0" lang="en-US" sz="2199" b="0" i="0" u="none" strike="noStrike" kern="1200" cap="none" spc="0" normalizeH="0" baseline="0" noProof="0" dirty="0">
                <a:ln>
                  <a:noFill/>
                </a:ln>
                <a:solidFill>
                  <a:srgbClr val="64973A"/>
                </a:solidFill>
                <a:effectLst/>
                <a:uLnTx/>
                <a:uFillTx/>
                <a:latin typeface="Franklin Gothic Book" panose="020B0503020102020204" pitchFamily="34" charset="0"/>
                <a:ea typeface="+mj-ea"/>
                <a:cs typeface="+mj-cs"/>
              </a:rPr>
              <a:t>SAP</a:t>
            </a:r>
            <a:r>
              <a:rPr kumimoji="0" lang="en-US" sz="2199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Franklin Gothic Book" panose="020B0503020102020204" pitchFamily="34" charset="0"/>
                <a:ea typeface="+mj-ea"/>
                <a:cs typeface="+mj-cs"/>
              </a:rPr>
              <a:t> </a:t>
            </a:r>
            <a:r>
              <a:rPr kumimoji="0" lang="en-US" sz="2199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Franklin Gothic Book" panose="020B0503020102020204" pitchFamily="34" charset="0"/>
                <a:ea typeface="+mj-ea"/>
                <a:cs typeface="+mj-cs"/>
              </a:rPr>
              <a:t>CAPABILITY ENHANCEMENT &amp; SIMPLIFICATION </a:t>
            </a:r>
            <a:r>
              <a:rPr kumimoji="0" lang="en-US" sz="2199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/>
            </a:r>
            <a:br>
              <a:rPr kumimoji="0" lang="en-US" sz="2199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</a:br>
            <a:r>
              <a:rPr lang="en-US" sz="2199" b="1" dirty="0" smtClean="0">
                <a:solidFill>
                  <a:srgbClr val="097DCA"/>
                </a:solidFill>
                <a:latin typeface="Franklin Gothic Book" panose="020B0503020102020204" pitchFamily="34" charset="0"/>
              </a:rPr>
              <a:t>SAP Enhancement for Streamlined COA Workflow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rgbClr val="097DCA"/>
              </a:solidFill>
              <a:effectLst/>
              <a:uLnTx/>
              <a:uFillTx/>
              <a:latin typeface="Franklin Gothic Book" panose="020B0503020102020204"/>
              <a:ea typeface="+mj-ea"/>
              <a:cs typeface="+mj-cs"/>
            </a:endParaRPr>
          </a:p>
        </p:txBody>
      </p:sp>
      <p:sp>
        <p:nvSpPr>
          <p:cNvPr id="50" name="Title 1"/>
          <p:cNvSpPr txBox="1">
            <a:spLocks/>
          </p:cNvSpPr>
          <p:nvPr/>
        </p:nvSpPr>
        <p:spPr>
          <a:xfrm>
            <a:off x="163942" y="1173033"/>
            <a:ext cx="11836291" cy="526236"/>
          </a:xfrm>
          <a:prstGeom prst="rect">
            <a:avLst/>
          </a:prstGeom>
        </p:spPr>
        <p:txBody>
          <a:bodyPr vert="horz" lIns="91416" tIns="45708" rIns="91416" bIns="45708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defTabSz="914126">
              <a:spcAft>
                <a:spcPts val="600"/>
              </a:spcAft>
              <a:defRPr/>
            </a:pPr>
            <a:r>
              <a:rPr lang="en-US" sz="1400" b="0" dirty="0">
                <a:solidFill>
                  <a:prstClr val="black">
                    <a:lumMod val="65000"/>
                    <a:lumOff val="35000"/>
                  </a:prstClr>
                </a:solidFill>
                <a:latin typeface="Franklin Gothic Book" panose="020B0503020102020204"/>
              </a:rPr>
              <a:t>Streamlining Quality Assurance by </a:t>
            </a:r>
            <a:r>
              <a:rPr lang="en-US" sz="1400" b="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Franklin Gothic Book" panose="020B0503020102020204"/>
              </a:rPr>
              <a:t>Retrieving </a:t>
            </a:r>
            <a:r>
              <a:rPr lang="en-US" sz="1400" b="0" dirty="0">
                <a:solidFill>
                  <a:prstClr val="black">
                    <a:lumMod val="65000"/>
                    <a:lumOff val="35000"/>
                  </a:prstClr>
                </a:solidFill>
                <a:latin typeface="Franklin Gothic Book" panose="020B0503020102020204"/>
              </a:rPr>
              <a:t>Data </a:t>
            </a:r>
            <a:r>
              <a:rPr lang="en-US" sz="1400" b="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Franklin Gothic Book" panose="020B0503020102020204"/>
              </a:rPr>
              <a:t>Directly </a:t>
            </a:r>
            <a:r>
              <a:rPr lang="en-US" sz="1400" b="0" dirty="0">
                <a:solidFill>
                  <a:prstClr val="black">
                    <a:lumMod val="65000"/>
                    <a:lumOff val="35000"/>
                  </a:prstClr>
                </a:solidFill>
                <a:latin typeface="Franklin Gothic Book" panose="020B0503020102020204"/>
              </a:rPr>
              <a:t>from SAP Result Recording, Significantly Reducing Lead Time and Eliminating Manual Entry Errors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Franklin Gothic Book" panose="020B0503020102020204"/>
              <a:ea typeface="+mj-ea"/>
              <a:cs typeface="+mj-cs"/>
            </a:endParaRPr>
          </a:p>
        </p:txBody>
      </p:sp>
      <p:sp>
        <p:nvSpPr>
          <p:cNvPr id="48" name="Snip Single Corner Rectangle 47">
            <a:extLst>
              <a:ext uri="{FF2B5EF4-FFF2-40B4-BE49-F238E27FC236}">
                <a16:creationId xmlns:a16="http://schemas.microsoft.com/office/drawing/2014/main" id="{C9F13180-DE4A-4169-97F0-680181A99A39}"/>
              </a:ext>
            </a:extLst>
          </p:cNvPr>
          <p:cNvSpPr/>
          <p:nvPr/>
        </p:nvSpPr>
        <p:spPr bwMode="gray">
          <a:xfrm>
            <a:off x="163942" y="1777706"/>
            <a:ext cx="1748044" cy="189596"/>
          </a:xfrm>
          <a:prstGeom prst="snip1Rect">
            <a:avLst>
              <a:gd name="adj" fmla="val 0"/>
            </a:avLst>
          </a:prstGeom>
          <a:noFill/>
          <a:ln w="190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89954" tIns="71962" rIns="89954" bIns="71962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913852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defRPr/>
            </a:pPr>
            <a:r>
              <a:rPr lang="en-US" sz="1100" b="1" kern="0" dirty="0">
                <a:solidFill>
                  <a:srgbClr val="FFFFFF"/>
                </a:solidFill>
                <a:latin typeface="Arial"/>
                <a:ea typeface="Arial Unicode MS" pitchFamily="34" charset="-128"/>
                <a:cs typeface="Arial Unicode MS" pitchFamily="34" charset="-128"/>
              </a:rPr>
              <a:t>PRESENT STATE</a:t>
            </a:r>
          </a:p>
        </p:txBody>
      </p:sp>
      <p:sp>
        <p:nvSpPr>
          <p:cNvPr id="49" name="Snip Single Corner Rectangle 48">
            <a:extLst>
              <a:ext uri="{FF2B5EF4-FFF2-40B4-BE49-F238E27FC236}">
                <a16:creationId xmlns:a16="http://schemas.microsoft.com/office/drawing/2014/main" id="{C9F13180-DE4A-4169-97F0-680181A99A39}"/>
              </a:ext>
            </a:extLst>
          </p:cNvPr>
          <p:cNvSpPr/>
          <p:nvPr/>
        </p:nvSpPr>
        <p:spPr bwMode="gray">
          <a:xfrm>
            <a:off x="6153570" y="1751019"/>
            <a:ext cx="2004993" cy="228097"/>
          </a:xfrm>
          <a:prstGeom prst="snip1Rect">
            <a:avLst>
              <a:gd name="adj" fmla="val 0"/>
            </a:avLst>
          </a:prstGeom>
          <a:noFill/>
          <a:ln w="190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89954" tIns="71962" rIns="89954" bIns="71962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3852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 Unicode MS" pitchFamily="34" charset="-128"/>
                <a:cs typeface="Arial" panose="020B0604020202020204" pitchFamily="34" charset="0"/>
              </a:rPr>
              <a:t>VALUE-DRIVEN RESULTS</a:t>
            </a:r>
          </a:p>
        </p:txBody>
      </p:sp>
      <p:sp>
        <p:nvSpPr>
          <p:cNvPr id="73" name="Rounded Rectangle 72"/>
          <p:cNvSpPr/>
          <p:nvPr/>
        </p:nvSpPr>
        <p:spPr bwMode="gray">
          <a:xfrm>
            <a:off x="379991" y="3640234"/>
            <a:ext cx="1052570" cy="306926"/>
          </a:xfrm>
          <a:prstGeom prst="roundRect">
            <a:avLst/>
          </a:prstGeom>
          <a:solidFill>
            <a:srgbClr val="FE5401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05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QA / Inspector</a:t>
            </a:r>
          </a:p>
        </p:txBody>
      </p:sp>
      <p:sp>
        <p:nvSpPr>
          <p:cNvPr id="74" name="Rounded Rectangle 73"/>
          <p:cNvSpPr/>
          <p:nvPr/>
        </p:nvSpPr>
        <p:spPr bwMode="gray">
          <a:xfrm>
            <a:off x="3046990" y="2388168"/>
            <a:ext cx="1220209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Manual</a:t>
            </a:r>
            <a:r>
              <a:rPr kumimoji="0" lang="en-US" sz="1100" b="1" i="0" u="none" strike="noStrike" kern="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Process</a:t>
            </a:r>
            <a:endParaRPr kumimoji="0" lang="en-US" sz="1100" b="1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75" name="Rounded Rectangle 74"/>
          <p:cNvSpPr/>
          <p:nvPr/>
        </p:nvSpPr>
        <p:spPr bwMode="gray">
          <a:xfrm>
            <a:off x="4899978" y="3528706"/>
            <a:ext cx="1220209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COA</a:t>
            </a:r>
          </a:p>
        </p:txBody>
      </p:sp>
      <p:sp>
        <p:nvSpPr>
          <p:cNvPr id="76" name="Rounded Rectangle 75"/>
          <p:cNvSpPr/>
          <p:nvPr/>
        </p:nvSpPr>
        <p:spPr bwMode="gray">
          <a:xfrm>
            <a:off x="4899977" y="3665736"/>
            <a:ext cx="1220209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lang="en-US" sz="1100" b="1" kern="0" dirty="0" smtClean="0">
                <a:solidFill>
                  <a:schemeClr val="bg1"/>
                </a:solidFill>
                <a:ea typeface="Arial Unicode MS" pitchFamily="34" charset="-128"/>
                <a:cs typeface="Arial Unicode MS" pitchFamily="34" charset="-128"/>
              </a:rPr>
              <a:t>Manual</a:t>
            </a:r>
            <a:endParaRPr kumimoji="0" lang="en-US" sz="1100" b="1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77" name="Rounded Rectangle 76"/>
          <p:cNvSpPr/>
          <p:nvPr/>
        </p:nvSpPr>
        <p:spPr bwMode="gray">
          <a:xfrm>
            <a:off x="3222567" y="2726866"/>
            <a:ext cx="1613910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90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Manual copy inspection</a:t>
            </a:r>
          </a:p>
        </p:txBody>
      </p:sp>
      <p:sp>
        <p:nvSpPr>
          <p:cNvPr id="78" name="Rounded Rectangle 77"/>
          <p:cNvSpPr/>
          <p:nvPr/>
        </p:nvSpPr>
        <p:spPr bwMode="gray">
          <a:xfrm>
            <a:off x="3222566" y="2935850"/>
            <a:ext cx="1764087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90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Random inspection copying</a:t>
            </a:r>
          </a:p>
        </p:txBody>
      </p:sp>
      <p:sp>
        <p:nvSpPr>
          <p:cNvPr id="79" name="Rounded Rectangle 78"/>
          <p:cNvSpPr/>
          <p:nvPr/>
        </p:nvSpPr>
        <p:spPr bwMode="gray">
          <a:xfrm>
            <a:off x="3222566" y="3177150"/>
            <a:ext cx="1764087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90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Manual QA mapping</a:t>
            </a:r>
          </a:p>
        </p:txBody>
      </p:sp>
      <p:sp>
        <p:nvSpPr>
          <p:cNvPr id="80" name="Rounded Rectangle 79"/>
          <p:cNvSpPr/>
          <p:nvPr/>
        </p:nvSpPr>
        <p:spPr bwMode="gray">
          <a:xfrm>
            <a:off x="3222566" y="3400202"/>
            <a:ext cx="1764087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90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Manual data entry in COA</a:t>
            </a:r>
          </a:p>
        </p:txBody>
      </p:sp>
      <p:sp>
        <p:nvSpPr>
          <p:cNvPr id="81" name="Rounded Rectangle 80"/>
          <p:cNvSpPr/>
          <p:nvPr/>
        </p:nvSpPr>
        <p:spPr bwMode="gray">
          <a:xfrm>
            <a:off x="575411" y="5025046"/>
            <a:ext cx="1361975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0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NEW REQUIREMENT</a:t>
            </a:r>
          </a:p>
        </p:txBody>
      </p:sp>
      <p:sp>
        <p:nvSpPr>
          <p:cNvPr id="82" name="Rounded Rectangle 81"/>
          <p:cNvSpPr/>
          <p:nvPr/>
        </p:nvSpPr>
        <p:spPr bwMode="gray">
          <a:xfrm>
            <a:off x="5124130" y="2831423"/>
            <a:ext cx="590870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1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COA</a:t>
            </a:r>
          </a:p>
        </p:txBody>
      </p:sp>
      <p:sp>
        <p:nvSpPr>
          <p:cNvPr id="83" name="Rounded Rectangle 82"/>
          <p:cNvSpPr/>
          <p:nvPr/>
        </p:nvSpPr>
        <p:spPr bwMode="gray">
          <a:xfrm>
            <a:off x="8343900" y="2590800"/>
            <a:ext cx="1231900" cy="240623"/>
          </a:xfrm>
          <a:prstGeom prst="roundRect">
            <a:avLst/>
          </a:prstGeom>
          <a:solidFill>
            <a:srgbClr val="034AD8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COA Automation</a:t>
            </a:r>
          </a:p>
        </p:txBody>
      </p:sp>
      <p:sp>
        <p:nvSpPr>
          <p:cNvPr id="84" name="Rounded Rectangle 83"/>
          <p:cNvSpPr/>
          <p:nvPr/>
        </p:nvSpPr>
        <p:spPr bwMode="gray">
          <a:xfrm>
            <a:off x="8675181" y="2877744"/>
            <a:ext cx="1097945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90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Dynamic Mapping Matrix (By</a:t>
            </a:r>
            <a:r>
              <a:rPr kumimoji="0" lang="en-US" sz="900" i="0" u="none" strike="noStrike" kern="0" cap="none" spc="0" normalizeH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JR/SR)</a:t>
            </a:r>
            <a:endParaRPr kumimoji="0" lang="en-US" sz="90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85" name="Rounded Rectangle 84"/>
          <p:cNvSpPr/>
          <p:nvPr/>
        </p:nvSpPr>
        <p:spPr bwMode="gray">
          <a:xfrm>
            <a:off x="8675181" y="3290881"/>
            <a:ext cx="1097945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90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Get Data from Result Recording</a:t>
            </a:r>
          </a:p>
        </p:txBody>
      </p:sp>
      <p:sp>
        <p:nvSpPr>
          <p:cNvPr id="86" name="Rounded Rectangle 85"/>
          <p:cNvSpPr/>
          <p:nvPr/>
        </p:nvSpPr>
        <p:spPr bwMode="gray">
          <a:xfrm>
            <a:off x="10561003" y="3420194"/>
            <a:ext cx="1220209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COA</a:t>
            </a:r>
          </a:p>
        </p:txBody>
      </p:sp>
      <p:sp>
        <p:nvSpPr>
          <p:cNvPr id="87" name="Rounded Rectangle 86"/>
          <p:cNvSpPr/>
          <p:nvPr/>
        </p:nvSpPr>
        <p:spPr bwMode="gray">
          <a:xfrm>
            <a:off x="10557828" y="3559245"/>
            <a:ext cx="1220209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lang="en-US" sz="1100" b="1" kern="0" dirty="0" smtClean="0">
                <a:solidFill>
                  <a:schemeClr val="bg1"/>
                </a:solidFill>
                <a:ea typeface="Arial Unicode MS" pitchFamily="34" charset="-128"/>
                <a:cs typeface="Arial Unicode MS" pitchFamily="34" charset="-128"/>
              </a:rPr>
              <a:t>Generated</a:t>
            </a:r>
            <a:endParaRPr kumimoji="0" lang="en-US" sz="1100" b="1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88" name="Rounded Rectangle 87"/>
          <p:cNvSpPr/>
          <p:nvPr/>
        </p:nvSpPr>
        <p:spPr bwMode="gray">
          <a:xfrm>
            <a:off x="10774072" y="2644564"/>
            <a:ext cx="590870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2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COA</a:t>
            </a:r>
          </a:p>
        </p:txBody>
      </p:sp>
      <p:sp>
        <p:nvSpPr>
          <p:cNvPr id="89" name="Rounded Rectangle 88"/>
          <p:cNvSpPr/>
          <p:nvPr/>
        </p:nvSpPr>
        <p:spPr bwMode="gray">
          <a:xfrm>
            <a:off x="6440532" y="3581899"/>
            <a:ext cx="1052570" cy="306926"/>
          </a:xfrm>
          <a:prstGeom prst="roundRect">
            <a:avLst/>
          </a:prstGeom>
          <a:solidFill>
            <a:srgbClr val="034AD8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05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QA / Inspector</a:t>
            </a:r>
          </a:p>
        </p:txBody>
      </p:sp>
      <p:sp>
        <p:nvSpPr>
          <p:cNvPr id="90" name="Rounded Rectangle 89"/>
          <p:cNvSpPr/>
          <p:nvPr/>
        </p:nvSpPr>
        <p:spPr bwMode="gray">
          <a:xfrm>
            <a:off x="1432055" y="4121119"/>
            <a:ext cx="1602235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FE540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High Manual Effort</a:t>
            </a:r>
          </a:p>
        </p:txBody>
      </p:sp>
      <p:sp>
        <p:nvSpPr>
          <p:cNvPr id="91" name="Rounded Rectangle 90"/>
          <p:cNvSpPr/>
          <p:nvPr/>
        </p:nvSpPr>
        <p:spPr bwMode="gray">
          <a:xfrm>
            <a:off x="1433079" y="4387577"/>
            <a:ext cx="1436111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00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Multiple</a:t>
            </a:r>
            <a:r>
              <a:rPr kumimoji="0" lang="en-US" sz="1000" i="0" u="none" strike="noStrike" kern="0" cap="none" spc="0" normalizeH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manual check and re-checks.</a:t>
            </a:r>
            <a:endParaRPr kumimoji="0" lang="en-US" sz="100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92" name="Rounded Rectangle 91"/>
          <p:cNvSpPr/>
          <p:nvPr/>
        </p:nvSpPr>
        <p:spPr bwMode="gray">
          <a:xfrm>
            <a:off x="3626486" y="4121119"/>
            <a:ext cx="1602235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FE540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Data Inconsistency</a:t>
            </a:r>
          </a:p>
        </p:txBody>
      </p:sp>
      <p:sp>
        <p:nvSpPr>
          <p:cNvPr id="93" name="Rounded Rectangle 92"/>
          <p:cNvSpPr/>
          <p:nvPr/>
        </p:nvSpPr>
        <p:spPr bwMode="gray">
          <a:xfrm>
            <a:off x="3627510" y="4387577"/>
            <a:ext cx="1436111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00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Risk of human error and sample</a:t>
            </a:r>
            <a:r>
              <a:rPr kumimoji="0" lang="en-US" sz="1000" i="0" u="none" strike="noStrike" kern="0" cap="none" spc="0" normalizeH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mismatch</a:t>
            </a:r>
            <a:endParaRPr kumimoji="0" lang="en-US" sz="100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94" name="Rounded Rectangle 93"/>
          <p:cNvSpPr/>
          <p:nvPr/>
        </p:nvSpPr>
        <p:spPr bwMode="gray">
          <a:xfrm>
            <a:off x="7935870" y="3938718"/>
            <a:ext cx="1602235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C58DD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High Accuracy</a:t>
            </a:r>
          </a:p>
        </p:txBody>
      </p:sp>
      <p:sp>
        <p:nvSpPr>
          <p:cNvPr id="95" name="Rounded Rectangle 94"/>
          <p:cNvSpPr/>
          <p:nvPr/>
        </p:nvSpPr>
        <p:spPr bwMode="gray">
          <a:xfrm>
            <a:off x="7936894" y="4294076"/>
            <a:ext cx="1436111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00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Eliminates manual data entry error &amp; inconsistencies</a:t>
            </a:r>
          </a:p>
        </p:txBody>
      </p:sp>
      <p:sp>
        <p:nvSpPr>
          <p:cNvPr id="96" name="Rounded Rectangle 95"/>
          <p:cNvSpPr/>
          <p:nvPr/>
        </p:nvSpPr>
        <p:spPr bwMode="gray">
          <a:xfrm>
            <a:off x="9982893" y="3898252"/>
            <a:ext cx="1602235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C58DD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Real</a:t>
            </a:r>
            <a:r>
              <a:rPr kumimoji="0" lang="en-US" sz="1100" b="1" i="0" u="none" strike="noStrike" kern="0" cap="none" spc="0" normalizeH="0" noProof="0" dirty="0" smtClean="0">
                <a:ln>
                  <a:noFill/>
                </a:ln>
                <a:solidFill>
                  <a:srgbClr val="0C58DD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Time Data</a:t>
            </a:r>
            <a:endParaRPr kumimoji="0" lang="en-US" sz="1100" b="1" i="0" u="none" strike="noStrike" kern="0" cap="none" spc="0" normalizeH="0" baseline="0" noProof="0" dirty="0" smtClean="0">
              <a:ln>
                <a:noFill/>
              </a:ln>
              <a:solidFill>
                <a:srgbClr val="0C58DD"/>
              </a:solidFill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97" name="Rounded Rectangle 96"/>
          <p:cNvSpPr/>
          <p:nvPr/>
        </p:nvSpPr>
        <p:spPr bwMode="gray">
          <a:xfrm>
            <a:off x="9983918" y="4253610"/>
            <a:ext cx="1404092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00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Updates from Result</a:t>
            </a:r>
            <a:r>
              <a:rPr kumimoji="0" lang="en-US" sz="1000" i="0" u="none" strike="noStrike" kern="0" cap="none" spc="0" normalizeH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Recording &amp; Mapping in real time</a:t>
            </a:r>
            <a:r>
              <a:rPr kumimoji="0" lang="en-US" sz="100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</a:t>
            </a:r>
          </a:p>
        </p:txBody>
      </p:sp>
      <p:sp>
        <p:nvSpPr>
          <p:cNvPr id="98" name="Rounded Rectangle 97"/>
          <p:cNvSpPr/>
          <p:nvPr/>
        </p:nvSpPr>
        <p:spPr bwMode="gray">
          <a:xfrm>
            <a:off x="3222565" y="3627434"/>
            <a:ext cx="1764087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90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Manual data entry in COA</a:t>
            </a:r>
          </a:p>
        </p:txBody>
      </p:sp>
      <p:sp>
        <p:nvSpPr>
          <p:cNvPr id="99" name="Rounded Rectangle 98"/>
          <p:cNvSpPr/>
          <p:nvPr/>
        </p:nvSpPr>
        <p:spPr bwMode="gray">
          <a:xfrm>
            <a:off x="6120186" y="4914341"/>
            <a:ext cx="968771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lang="en-US" sz="1100" b="1" kern="0" dirty="0" smtClean="0">
                <a:solidFill>
                  <a:schemeClr val="bg1"/>
                </a:solidFill>
                <a:ea typeface="Arial Unicode MS" pitchFamily="34" charset="-128"/>
                <a:cs typeface="Arial Unicode MS" pitchFamily="34" charset="-128"/>
              </a:rPr>
              <a:t>Impact</a:t>
            </a:r>
            <a:endParaRPr kumimoji="0" lang="en-US" sz="1100" b="1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00" name="Rounded Rectangle 99"/>
          <p:cNvSpPr/>
          <p:nvPr/>
        </p:nvSpPr>
        <p:spPr bwMode="gray">
          <a:xfrm>
            <a:off x="6866444" y="5304983"/>
            <a:ext cx="1602235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C58DD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Faster COA Delivery</a:t>
            </a:r>
          </a:p>
        </p:txBody>
      </p:sp>
      <p:sp>
        <p:nvSpPr>
          <p:cNvPr id="101" name="Rounded Rectangle 100"/>
          <p:cNvSpPr/>
          <p:nvPr/>
        </p:nvSpPr>
        <p:spPr bwMode="gray">
          <a:xfrm>
            <a:off x="8632269" y="5279416"/>
            <a:ext cx="2748893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05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Significantly</a:t>
            </a:r>
            <a:r>
              <a:rPr kumimoji="0" lang="en-US" sz="1050" i="0" u="none" strike="noStrike" kern="0" cap="none" spc="0" normalizeH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reduces COA lead time.</a:t>
            </a:r>
            <a:endParaRPr kumimoji="0" lang="en-US" sz="105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02" name="Rounded Rectangle 101"/>
          <p:cNvSpPr/>
          <p:nvPr/>
        </p:nvSpPr>
        <p:spPr bwMode="gray">
          <a:xfrm>
            <a:off x="6866444" y="5670911"/>
            <a:ext cx="1736211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C58DD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Improved Data Accuracy</a:t>
            </a:r>
          </a:p>
        </p:txBody>
      </p:sp>
      <p:sp>
        <p:nvSpPr>
          <p:cNvPr id="103" name="Rounded Rectangle 102"/>
          <p:cNvSpPr/>
          <p:nvPr/>
        </p:nvSpPr>
        <p:spPr bwMode="gray">
          <a:xfrm>
            <a:off x="8632268" y="5660014"/>
            <a:ext cx="3064432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05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Eliminates manual errors and ensures</a:t>
            </a:r>
            <a:r>
              <a:rPr kumimoji="0" lang="en-US" sz="1050" i="0" u="none" strike="noStrike" kern="0" cap="none" spc="0" normalizeH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sample consistency.</a:t>
            </a:r>
            <a:endParaRPr kumimoji="0" lang="en-US" sz="105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04" name="Rounded Rectangle 103"/>
          <p:cNvSpPr/>
          <p:nvPr/>
        </p:nvSpPr>
        <p:spPr bwMode="gray">
          <a:xfrm>
            <a:off x="6856855" y="6117372"/>
            <a:ext cx="1736211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C58DD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Operational</a:t>
            </a:r>
            <a:r>
              <a:rPr kumimoji="0" lang="en-US" sz="1100" b="1" i="0" u="none" strike="noStrike" kern="0" cap="none" spc="0" normalizeH="0" noProof="0" dirty="0" smtClean="0">
                <a:ln>
                  <a:noFill/>
                </a:ln>
                <a:solidFill>
                  <a:srgbClr val="0C58DD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Efficiency</a:t>
            </a:r>
            <a:endParaRPr kumimoji="0" lang="en-US" sz="1100" b="1" i="0" u="none" strike="noStrike" kern="0" cap="none" spc="0" normalizeH="0" baseline="0" noProof="0" dirty="0" smtClean="0">
              <a:ln>
                <a:noFill/>
              </a:ln>
              <a:solidFill>
                <a:srgbClr val="0C58DD"/>
              </a:solidFill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05" name="Rounded Rectangle 104"/>
          <p:cNvSpPr/>
          <p:nvPr/>
        </p:nvSpPr>
        <p:spPr bwMode="gray">
          <a:xfrm>
            <a:off x="8632268" y="6114244"/>
            <a:ext cx="2952859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05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Reduce</a:t>
            </a:r>
            <a:r>
              <a:rPr kumimoji="0" lang="en-US" sz="1050" i="0" u="none" strike="noStrike" kern="0" cap="none" spc="0" normalizeH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manual workload and rework, allowing QA to focus on value-added task.</a:t>
            </a:r>
            <a:endParaRPr kumimoji="0" lang="en-US" sz="105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41" name="Rounded Rectangle 40"/>
          <p:cNvSpPr/>
          <p:nvPr/>
        </p:nvSpPr>
        <p:spPr bwMode="gray">
          <a:xfrm>
            <a:off x="2334774" y="6253283"/>
            <a:ext cx="3380226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800" dirty="0"/>
              <a:t>Eliminate manual copying and manual data entry</a:t>
            </a:r>
            <a:endParaRPr kumimoji="0" lang="en-US" sz="80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42" name="Rounded Rectangle 41"/>
          <p:cNvSpPr/>
          <p:nvPr/>
        </p:nvSpPr>
        <p:spPr bwMode="gray">
          <a:xfrm>
            <a:off x="2334773" y="5664988"/>
            <a:ext cx="3665445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800" dirty="0"/>
              <a:t>Create dynamic QA mapping matrix (Film Type ⇔ Source Inspection)</a:t>
            </a:r>
            <a:endParaRPr kumimoji="0" lang="en-US" sz="80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43" name="Rounded Rectangle 42"/>
          <p:cNvSpPr/>
          <p:nvPr/>
        </p:nvSpPr>
        <p:spPr bwMode="gray">
          <a:xfrm>
            <a:off x="2334772" y="5853949"/>
            <a:ext cx="3532628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800" dirty="0"/>
              <a:t>Pull data automatically from Result Recording</a:t>
            </a:r>
            <a:endParaRPr kumimoji="0" lang="en-US" sz="80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44" name="Rounded Rectangle 43"/>
          <p:cNvSpPr/>
          <p:nvPr/>
        </p:nvSpPr>
        <p:spPr bwMode="gray">
          <a:xfrm>
            <a:off x="2334770" y="6043787"/>
            <a:ext cx="3818800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800" dirty="0"/>
              <a:t>Generate COA automatically </a:t>
            </a:r>
            <a:r>
              <a:rPr lang="en-US" sz="800" dirty="0" smtClean="0"/>
              <a:t>(Delivery </a:t>
            </a:r>
            <a:r>
              <a:rPr lang="en-US" sz="800" dirty="0"/>
              <a:t>Order → Inspection → Result → COA)</a:t>
            </a:r>
            <a:endParaRPr kumimoji="0" lang="en-US" sz="80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45" name="Rounded Rectangle 44"/>
          <p:cNvSpPr/>
          <p:nvPr/>
        </p:nvSpPr>
        <p:spPr bwMode="gray">
          <a:xfrm>
            <a:off x="2070204" y="5036373"/>
            <a:ext cx="3886392" cy="649625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900" dirty="0"/>
              <a:t>Automate COA generation by pulling data directly from result recording, implement a dynamic QA mapping matrix to link film types with their designated source inspections, and eliminate manual data entry to ensure sample consistency, reduce lead time, and improve data accuracy.</a:t>
            </a:r>
            <a:endParaRPr kumimoji="0" lang="en-US" sz="90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92213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4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5" name="Title 3"/>
          <p:cNvSpPr txBox="1">
            <a:spLocks/>
          </p:cNvSpPr>
          <p:nvPr/>
        </p:nvSpPr>
        <p:spPr bwMode="black">
          <a:xfrm>
            <a:off x="241187" y="542635"/>
            <a:ext cx="11741150" cy="67698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1088558" rtl="0" eaLnBrk="1" latinLnBrk="0" hangingPunct="1">
              <a:spcBef>
                <a:spcPct val="0"/>
              </a:spcBef>
              <a:buNone/>
              <a:defRPr sz="2400" b="0" kern="1200" baseline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defTabSz="914400">
              <a:spcBef>
                <a:spcPts val="0"/>
              </a:spcBef>
              <a:defRPr/>
            </a:pPr>
            <a:r>
              <a:rPr kumimoji="0" lang="en-US" sz="2199" b="0" i="0" u="none" strike="noStrike" kern="1200" cap="none" spc="0" normalizeH="0" baseline="0" noProof="0" dirty="0">
                <a:ln>
                  <a:noFill/>
                </a:ln>
                <a:solidFill>
                  <a:srgbClr val="64973A"/>
                </a:solidFill>
                <a:effectLst/>
                <a:uLnTx/>
                <a:uFillTx/>
                <a:latin typeface="Franklin Gothic Book" panose="020B0503020102020204" pitchFamily="34" charset="0"/>
                <a:ea typeface="+mj-ea"/>
                <a:cs typeface="+mj-cs"/>
              </a:rPr>
              <a:t>SAP</a:t>
            </a:r>
            <a:r>
              <a:rPr kumimoji="0" lang="en-US" sz="2199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Franklin Gothic Book" panose="020B0503020102020204" pitchFamily="34" charset="0"/>
                <a:ea typeface="+mj-ea"/>
                <a:cs typeface="+mj-cs"/>
              </a:rPr>
              <a:t> </a:t>
            </a:r>
            <a:r>
              <a:rPr kumimoji="0" lang="en-US" sz="2199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Franklin Gothic Book" panose="020B0503020102020204" pitchFamily="34" charset="0"/>
                <a:ea typeface="+mj-ea"/>
                <a:cs typeface="+mj-cs"/>
              </a:rPr>
              <a:t>CAPABILITY ENHANCEMENT &amp; SIMPLIFICATION </a:t>
            </a:r>
            <a:r>
              <a:rPr kumimoji="0" lang="en-US" sz="2199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/>
            </a:r>
            <a:br>
              <a:rPr kumimoji="0" lang="en-US" sz="2199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</a:br>
            <a:r>
              <a:rPr lang="en-US" sz="2199" b="1" dirty="0" smtClean="0">
                <a:solidFill>
                  <a:srgbClr val="097DCA"/>
                </a:solidFill>
                <a:latin typeface="Franklin Gothic Book" panose="020B0503020102020204" pitchFamily="34" charset="0"/>
              </a:rPr>
              <a:t>SAP Enhancement for Streamlined COA Workflow</a:t>
            </a:r>
            <a:endParaRPr lang="en-US" sz="2200" b="1" dirty="0">
              <a:solidFill>
                <a:srgbClr val="097DCA"/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63942" y="1173033"/>
            <a:ext cx="11836291" cy="526236"/>
          </a:xfrm>
          <a:prstGeom prst="rect">
            <a:avLst/>
          </a:prstGeom>
        </p:spPr>
        <p:txBody>
          <a:bodyPr vert="horz" lIns="91416" tIns="45708" rIns="91416" bIns="45708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defTabSz="914126">
              <a:spcAft>
                <a:spcPts val="600"/>
              </a:spcAft>
              <a:defRPr/>
            </a:pPr>
            <a:r>
              <a:rPr lang="en-US" sz="1400" b="0" dirty="0">
                <a:solidFill>
                  <a:prstClr val="black">
                    <a:lumMod val="65000"/>
                    <a:lumOff val="35000"/>
                  </a:prstClr>
                </a:solidFill>
                <a:latin typeface="Franklin Gothic Book" panose="020B0503020102020204"/>
              </a:rPr>
              <a:t>Streamlining Quality Assurance by Retrieving Data Directly from SAP Result Recording, Significantly Reducing Lead Time and Eliminating Manual Entry Errors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3DAAED-1B42-443D-84FB-EA7E0AB54185}"/>
              </a:ext>
            </a:extLst>
          </p:cNvPr>
          <p:cNvSpPr txBox="1"/>
          <p:nvPr/>
        </p:nvSpPr>
        <p:spPr>
          <a:xfrm>
            <a:off x="151293" y="1568309"/>
            <a:ext cx="24905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913852">
              <a:defRPr/>
            </a:pPr>
            <a:r>
              <a:rPr lang="en-US" sz="2000" b="1" u="sng" dirty="0">
                <a:solidFill>
                  <a:srgbClr val="F0AB00"/>
                </a:solidFill>
              </a:rPr>
              <a:t>Key Accomplishment</a:t>
            </a:r>
            <a:r>
              <a:rPr lang="en-US" sz="2000" b="1" u="sng" dirty="0" smtClean="0">
                <a:solidFill>
                  <a:srgbClr val="F0AB00"/>
                </a:solidFill>
              </a:rPr>
              <a:t>:</a:t>
            </a:r>
            <a:endParaRPr lang="en-US" b="1" dirty="0">
              <a:solidFill>
                <a:srgbClr val="F0AB00"/>
              </a:solidFill>
              <a:latin typeface="Franklin Gothic Book" panose="020B0503020102020204" pitchFamily="34" charset="0"/>
              <a:ea typeface="Libre Franklin"/>
              <a:cs typeface="Libre Franklin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88900"/>
              </p:ext>
            </p:extLst>
          </p:nvPr>
        </p:nvGraphicFramePr>
        <p:xfrm>
          <a:off x="239136" y="2011474"/>
          <a:ext cx="11633770" cy="4753202"/>
        </p:xfrm>
        <a:graphic>
          <a:graphicData uri="http://schemas.openxmlformats.org/drawingml/2006/table">
            <a:tbl>
              <a:tblPr firstRow="1"/>
              <a:tblGrid>
                <a:gridCol w="1106585">
                  <a:extLst>
                    <a:ext uri="{9D8B030D-6E8A-4147-A177-3AD203B41FA5}">
                      <a16:colId xmlns:a16="http://schemas.microsoft.com/office/drawing/2014/main" val="3782133878"/>
                    </a:ext>
                  </a:extLst>
                </a:gridCol>
                <a:gridCol w="34764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4468">
                  <a:extLst>
                    <a:ext uri="{9D8B030D-6E8A-4147-A177-3AD203B41FA5}">
                      <a16:colId xmlns:a16="http://schemas.microsoft.com/office/drawing/2014/main" val="3448607302"/>
                    </a:ext>
                  </a:extLst>
                </a:gridCol>
                <a:gridCol w="1276709">
                  <a:extLst>
                    <a:ext uri="{9D8B030D-6E8A-4147-A177-3AD203B41FA5}">
                      <a16:colId xmlns:a16="http://schemas.microsoft.com/office/drawing/2014/main" val="1193463776"/>
                    </a:ext>
                  </a:extLst>
                </a:gridCol>
                <a:gridCol w="1199072">
                  <a:extLst>
                    <a:ext uri="{9D8B030D-6E8A-4147-A177-3AD203B41FA5}">
                      <a16:colId xmlns:a16="http://schemas.microsoft.com/office/drawing/2014/main" val="2625563171"/>
                    </a:ext>
                  </a:extLst>
                </a:gridCol>
                <a:gridCol w="9604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5516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PHASE</a:t>
                      </a:r>
                    </a:p>
                  </a:txBody>
                  <a:tcPr marL="45684" marR="45684" marT="45684" marB="45684" anchor="ctr">
                    <a:lnL w="10000" cap="flat" cmpd="sng" algn="ctr">
                      <a:solidFill>
                        <a:srgbClr val="008FD3"/>
                      </a:solidFill>
                      <a:prstDash val="solid"/>
                    </a:lnL>
                    <a:lnR>
                      <a:noFill/>
                    </a:lnR>
                    <a:lnT w="10000" cap="flat" cmpd="sng" algn="ctr">
                      <a:solidFill>
                        <a:srgbClr val="008FD3"/>
                      </a:solidFill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FD3"/>
                    </a:solidFill>
                  </a:tcPr>
                </a:tc>
                <a:tc>
                  <a:txBody>
                    <a:bodyPr/>
                    <a:lstStyle>
                      <a:lvl1pPr marL="0" algn="l" defTabSz="1088558" rtl="0" eaLnBrk="1" latinLnBrk="0" hangingPunct="1">
                        <a:defRPr sz="2100" b="1" kern="1200">
                          <a:solidFill>
                            <a:schemeClr val="tx1"/>
                          </a:solidFill>
                          <a:latin typeface="Arial Narrow"/>
                        </a:defRPr>
                      </a:lvl1pPr>
                      <a:lvl2pPr marL="544279" algn="l" defTabSz="1088558" rtl="0" eaLnBrk="1" latinLnBrk="0" hangingPunct="1">
                        <a:defRPr sz="2100" b="1" kern="1200">
                          <a:solidFill>
                            <a:schemeClr val="tx1"/>
                          </a:solidFill>
                          <a:latin typeface="Arial Narrow"/>
                        </a:defRPr>
                      </a:lvl2pPr>
                      <a:lvl3pPr marL="1088558" algn="l" defTabSz="1088558" rtl="0" eaLnBrk="1" latinLnBrk="0" hangingPunct="1">
                        <a:defRPr sz="2100" b="1" kern="1200">
                          <a:solidFill>
                            <a:schemeClr val="tx1"/>
                          </a:solidFill>
                          <a:latin typeface="Arial Narrow"/>
                        </a:defRPr>
                      </a:lvl3pPr>
                      <a:lvl4pPr marL="1632837" algn="l" defTabSz="1088558" rtl="0" eaLnBrk="1" latinLnBrk="0" hangingPunct="1">
                        <a:defRPr sz="2100" b="1" kern="1200">
                          <a:solidFill>
                            <a:schemeClr val="tx1"/>
                          </a:solidFill>
                          <a:latin typeface="Arial Narrow"/>
                        </a:defRPr>
                      </a:lvl4pPr>
                      <a:lvl5pPr marL="2177116" algn="l" defTabSz="1088558" rtl="0" eaLnBrk="1" latinLnBrk="0" hangingPunct="1">
                        <a:defRPr sz="2100" b="1" kern="1200">
                          <a:solidFill>
                            <a:schemeClr val="tx1"/>
                          </a:solidFill>
                          <a:latin typeface="Arial Narrow"/>
                        </a:defRPr>
                      </a:lvl5pPr>
                      <a:lvl6pPr marL="2721396" algn="l" defTabSz="1088558" rtl="0" eaLnBrk="1" latinLnBrk="0" hangingPunct="1">
                        <a:defRPr sz="2100" b="1" kern="1200">
                          <a:solidFill>
                            <a:schemeClr val="tx1"/>
                          </a:solidFill>
                          <a:latin typeface="Arial Narrow"/>
                        </a:defRPr>
                      </a:lvl6pPr>
                      <a:lvl7pPr marL="3265675" algn="l" defTabSz="1088558" rtl="0" eaLnBrk="1" latinLnBrk="0" hangingPunct="1">
                        <a:defRPr sz="2100" b="1" kern="1200">
                          <a:solidFill>
                            <a:schemeClr val="tx1"/>
                          </a:solidFill>
                          <a:latin typeface="Arial Narrow"/>
                        </a:defRPr>
                      </a:lvl7pPr>
                      <a:lvl8pPr marL="3809954" algn="l" defTabSz="1088558" rtl="0" eaLnBrk="1" latinLnBrk="0" hangingPunct="1">
                        <a:defRPr sz="2100" b="1" kern="1200">
                          <a:solidFill>
                            <a:schemeClr val="tx1"/>
                          </a:solidFill>
                          <a:latin typeface="Arial Narrow"/>
                        </a:defRPr>
                      </a:lvl8pPr>
                      <a:lvl9pPr marL="4354233" algn="l" defTabSz="1088558" rtl="0" eaLnBrk="1" latinLnBrk="0" hangingPunct="1">
                        <a:defRPr sz="2100" b="1" kern="1200">
                          <a:solidFill>
                            <a:schemeClr val="tx1"/>
                          </a:solidFill>
                          <a:latin typeface="Arial Narrow"/>
                        </a:defRPr>
                      </a:lvl9pPr>
                    </a:lstStyle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ACTIVITIES</a:t>
                      </a:r>
                    </a:p>
                  </a:txBody>
                  <a:tcPr marL="45684" marR="45684" marT="45684" marB="45684" anchor="ctr">
                    <a:lnL w="10000" cap="flat" cmpd="sng" algn="ctr">
                      <a:noFill/>
                      <a:prstDash val="solid"/>
                    </a:lnL>
                    <a:lnR>
                      <a:noFill/>
                    </a:lnR>
                    <a:lnT w="10000" cap="flat" cmpd="sng" algn="ctr">
                      <a:solidFill>
                        <a:srgbClr val="008FD3"/>
                      </a:solidFill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FD3"/>
                    </a:solidFill>
                  </a:tcPr>
                </a:tc>
                <a:tc>
                  <a:txBody>
                    <a:bodyPr/>
                    <a:lstStyle>
                      <a:lvl1pPr marL="0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1pPr>
                      <a:lvl2pPr marL="544279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2pPr>
                      <a:lvl3pPr marL="1088558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3pPr>
                      <a:lvl4pPr marL="1632837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4pPr>
                      <a:lvl5pPr marL="2177116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5pPr>
                      <a:lvl6pPr marL="2721396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6pPr>
                      <a:lvl7pPr marL="3265675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7pPr>
                      <a:lvl8pPr marL="3809954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8pPr>
                      <a:lvl9pPr marL="4354233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9pPr>
                    </a:lstStyle>
                    <a:p>
                      <a:pPr algn="ctr" fontAlgn="ctr"/>
                      <a:r>
                        <a:rPr kumimoji="0" lang="en-US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DELIVERABLES</a:t>
                      </a:r>
                      <a:endParaRPr lang="en-US" sz="1300" b="1" i="0" u="none" strike="noStrike" dirty="0">
                        <a:solidFill>
                          <a:schemeClr val="bg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45684" marR="45684" marT="45684" marB="45684" anchor="ctr">
                    <a:lnL>
                      <a:noFill/>
                    </a:lnL>
                    <a:lnR>
                      <a:noFill/>
                    </a:lnR>
                    <a:lnT w="10000" cap="flat" cmpd="sng" algn="ctr">
                      <a:solidFill>
                        <a:srgbClr val="008FD3"/>
                      </a:solidFill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FD3"/>
                    </a:solidFill>
                  </a:tcPr>
                </a:tc>
                <a:tc>
                  <a:txBody>
                    <a:bodyPr/>
                    <a:lstStyle>
                      <a:lvl1pPr marL="0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1pPr>
                      <a:lvl2pPr marL="544279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2pPr>
                      <a:lvl3pPr marL="1088558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3pPr>
                      <a:lvl4pPr marL="1632837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4pPr>
                      <a:lvl5pPr marL="2177116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5pPr>
                      <a:lvl6pPr marL="2721396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6pPr>
                      <a:lvl7pPr marL="3265675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7pPr>
                      <a:lvl8pPr marL="3809954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8pPr>
                      <a:lvl9pPr marL="4354233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9pPr>
                    </a:lstStyle>
                    <a:p>
                      <a:pPr algn="ctr" fontAlgn="ctr"/>
                      <a:r>
                        <a:rPr lang="en-US" sz="1300" u="none" strike="noStrike">
                          <a:effectLst/>
                          <a:latin typeface="Franklin Gothic Book" panose="020B0503020102020204" pitchFamily="34" charset="0"/>
                        </a:rPr>
                        <a:t>START DATE</a:t>
                      </a:r>
                      <a:endParaRPr lang="en-US" sz="1300" b="1" i="0" u="none" strike="noStrike">
                        <a:solidFill>
                          <a:schemeClr val="bg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45684" marR="45684" marT="45684" marB="45684" anchor="ctr">
                    <a:lnL>
                      <a:noFill/>
                    </a:lnL>
                    <a:lnR>
                      <a:noFill/>
                    </a:lnR>
                    <a:lnT w="10000" cap="flat" cmpd="sng" algn="ctr">
                      <a:solidFill>
                        <a:srgbClr val="008FD3"/>
                      </a:solidFill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FD3"/>
                    </a:solidFill>
                  </a:tcPr>
                </a:tc>
                <a:tc>
                  <a:txBody>
                    <a:bodyPr/>
                    <a:lstStyle>
                      <a:lvl1pPr marL="0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1pPr>
                      <a:lvl2pPr marL="544279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2pPr>
                      <a:lvl3pPr marL="1088558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3pPr>
                      <a:lvl4pPr marL="1632837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4pPr>
                      <a:lvl5pPr marL="2177116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5pPr>
                      <a:lvl6pPr marL="2721396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6pPr>
                      <a:lvl7pPr marL="3265675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7pPr>
                      <a:lvl8pPr marL="3809954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8pPr>
                      <a:lvl9pPr marL="4354233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9pPr>
                    </a:lstStyle>
                    <a:p>
                      <a:pPr algn="ctr" fontAlgn="ctr"/>
                      <a:r>
                        <a:rPr lang="en-US" sz="1300" u="none" strike="noStrike">
                          <a:effectLst/>
                          <a:latin typeface="Franklin Gothic Book" panose="020B0503020102020204" pitchFamily="34" charset="0"/>
                        </a:rPr>
                        <a:t>END DATE</a:t>
                      </a:r>
                      <a:endParaRPr lang="en-US" sz="1300" b="1" i="0" u="none" strike="noStrike">
                        <a:solidFill>
                          <a:schemeClr val="bg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45684" marR="45684" marT="45684" marB="45684" anchor="ctr">
                    <a:lnL>
                      <a:noFill/>
                    </a:lnL>
                    <a:lnR>
                      <a:noFill/>
                    </a:lnR>
                    <a:lnT w="10000" cap="flat" cmpd="sng" algn="ctr">
                      <a:solidFill>
                        <a:srgbClr val="008FD3"/>
                      </a:solidFill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FD3"/>
                    </a:solidFill>
                  </a:tcPr>
                </a:tc>
                <a:tc>
                  <a:txBody>
                    <a:bodyPr/>
                    <a:lstStyle>
                      <a:lvl1pPr marL="0" algn="l" defTabSz="1088558" rtl="0" eaLnBrk="1" latinLnBrk="0" hangingPunct="1">
                        <a:defRPr sz="2100" b="1" kern="1200">
                          <a:solidFill>
                            <a:schemeClr val="tx1"/>
                          </a:solidFill>
                          <a:latin typeface="Arial Narrow"/>
                        </a:defRPr>
                      </a:lvl1pPr>
                      <a:lvl2pPr marL="544279" algn="l" defTabSz="1088558" rtl="0" eaLnBrk="1" latinLnBrk="0" hangingPunct="1">
                        <a:defRPr sz="2100" b="1" kern="1200">
                          <a:solidFill>
                            <a:schemeClr val="tx1"/>
                          </a:solidFill>
                          <a:latin typeface="Arial Narrow"/>
                        </a:defRPr>
                      </a:lvl2pPr>
                      <a:lvl3pPr marL="1088558" algn="l" defTabSz="1088558" rtl="0" eaLnBrk="1" latinLnBrk="0" hangingPunct="1">
                        <a:defRPr sz="2100" b="1" kern="1200">
                          <a:solidFill>
                            <a:schemeClr val="tx1"/>
                          </a:solidFill>
                          <a:latin typeface="Arial Narrow"/>
                        </a:defRPr>
                      </a:lvl3pPr>
                      <a:lvl4pPr marL="1632837" algn="l" defTabSz="1088558" rtl="0" eaLnBrk="1" latinLnBrk="0" hangingPunct="1">
                        <a:defRPr sz="2100" b="1" kern="1200">
                          <a:solidFill>
                            <a:schemeClr val="tx1"/>
                          </a:solidFill>
                          <a:latin typeface="Arial Narrow"/>
                        </a:defRPr>
                      </a:lvl4pPr>
                      <a:lvl5pPr marL="2177116" algn="l" defTabSz="1088558" rtl="0" eaLnBrk="1" latinLnBrk="0" hangingPunct="1">
                        <a:defRPr sz="2100" b="1" kern="1200">
                          <a:solidFill>
                            <a:schemeClr val="tx1"/>
                          </a:solidFill>
                          <a:latin typeface="Arial Narrow"/>
                        </a:defRPr>
                      </a:lvl5pPr>
                      <a:lvl6pPr marL="2721396" algn="l" defTabSz="1088558" rtl="0" eaLnBrk="1" latinLnBrk="0" hangingPunct="1">
                        <a:defRPr sz="2100" b="1" kern="1200">
                          <a:solidFill>
                            <a:schemeClr val="tx1"/>
                          </a:solidFill>
                          <a:latin typeface="Arial Narrow"/>
                        </a:defRPr>
                      </a:lvl6pPr>
                      <a:lvl7pPr marL="3265675" algn="l" defTabSz="1088558" rtl="0" eaLnBrk="1" latinLnBrk="0" hangingPunct="1">
                        <a:defRPr sz="2100" b="1" kern="1200">
                          <a:solidFill>
                            <a:schemeClr val="tx1"/>
                          </a:solidFill>
                          <a:latin typeface="Arial Narrow"/>
                        </a:defRPr>
                      </a:lvl7pPr>
                      <a:lvl8pPr marL="3809954" algn="l" defTabSz="1088558" rtl="0" eaLnBrk="1" latinLnBrk="0" hangingPunct="1">
                        <a:defRPr sz="2100" b="1" kern="1200">
                          <a:solidFill>
                            <a:schemeClr val="tx1"/>
                          </a:solidFill>
                          <a:latin typeface="Arial Narrow"/>
                        </a:defRPr>
                      </a:lvl8pPr>
                      <a:lvl9pPr marL="4354233" algn="l" defTabSz="1088558" rtl="0" eaLnBrk="1" latinLnBrk="0" hangingPunct="1">
                        <a:defRPr sz="2100" b="1" kern="1200">
                          <a:solidFill>
                            <a:schemeClr val="tx1"/>
                          </a:solidFill>
                          <a:latin typeface="Arial Narrow"/>
                        </a:defRPr>
                      </a:lvl9pPr>
                    </a:lstStyle>
                    <a:p>
                      <a:pPr marL="0" algn="ctr" defTabSz="1087905" rtl="0" eaLnBrk="1" fontAlgn="ctr" latinLnBrk="0" hangingPunct="1"/>
                      <a:r>
                        <a:rPr lang="en-US" sz="1300" b="1" u="none" strike="noStrike" kern="1200">
                          <a:solidFill>
                            <a:schemeClr val="bg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STATUS</a:t>
                      </a:r>
                    </a:p>
                  </a:txBody>
                  <a:tcPr marL="45684" marR="45684" marT="45684" marB="45684" anchor="ctr">
                    <a:lnL>
                      <a:noFill/>
                    </a:lnL>
                    <a:lnR w="10000" cap="flat" cmpd="sng" algn="ctr">
                      <a:solidFill>
                        <a:srgbClr val="008FD3"/>
                      </a:solidFill>
                      <a:prstDash val="solid"/>
                    </a:lnR>
                    <a:lnT w="10000" cap="flat" cmpd="sng" algn="ctr">
                      <a:solidFill>
                        <a:srgbClr val="008FD3"/>
                      </a:solidFill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F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3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PREPARE</a:t>
                      </a:r>
                    </a:p>
                  </a:txBody>
                  <a:tcPr marL="7620" marR="7620" marT="7620" marB="0" anchor="ctr">
                    <a:lnL w="10000" cap="flat" cmpd="sng" algn="ctr">
                      <a:solidFill>
                        <a:srgbClr val="008FD3"/>
                      </a:solidFill>
                      <a:prstDash val="solid"/>
                    </a:lnL>
                    <a:lnR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Project Initiation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Project Scope &amp; Schedule are Defined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18-May-26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22-May-26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1" i="0" u="none" strike="noStrike">
                          <a:solidFill>
                            <a:srgbClr val="00B050"/>
                          </a:solidFill>
                          <a:effectLst/>
                          <a:latin typeface="Arial Narrow" panose="020B0606020202030204" pitchFamily="34" charset="0"/>
                        </a:rPr>
                        <a:t>Done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8FD3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637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0000" cap="flat" cmpd="sng" algn="ctr">
                      <a:solidFill>
                        <a:srgbClr val="008FD3"/>
                      </a:solidFill>
                      <a:prstDash val="solid"/>
                    </a:lnL>
                    <a:lnR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Discovery and Evaluation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Solutions are Discovered and Evaluated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18-May-26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22-May-26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1" i="0" u="none" strike="noStrike">
                          <a:solidFill>
                            <a:srgbClr val="00B050"/>
                          </a:solidFill>
                          <a:effectLst/>
                          <a:latin typeface="Arial Narrow" panose="020B0606020202030204" pitchFamily="34" charset="0"/>
                        </a:rPr>
                        <a:t>Done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8FD3"/>
                      </a:solidFill>
                      <a:prstDash val="soli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6633739"/>
                  </a:ext>
                </a:extLst>
              </a:tr>
              <a:tr h="278637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0000" cap="flat" cmpd="sng" algn="ctr">
                      <a:solidFill>
                        <a:srgbClr val="008FD3"/>
                      </a:solidFill>
                      <a:prstDash val="solid"/>
                    </a:lnL>
                    <a:lnR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Business Process Map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Business Process Map Defined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18-May-26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29-May-26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1" i="0" u="none" strike="noStrike">
                          <a:solidFill>
                            <a:srgbClr val="00B050"/>
                          </a:solidFill>
                          <a:effectLst/>
                          <a:latin typeface="Arial Narrow" panose="020B0606020202030204" pitchFamily="34" charset="0"/>
                        </a:rPr>
                        <a:t>Done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8FD3"/>
                      </a:solidFill>
                      <a:prstDash val="soli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9100736"/>
                  </a:ext>
                </a:extLst>
              </a:tr>
              <a:tr h="368258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EXPLORE</a:t>
                      </a:r>
                    </a:p>
                  </a:txBody>
                  <a:tcPr marL="7620" marR="7620" marT="7620" marB="0" anchor="ctr">
                    <a:lnL w="10000" cap="flat" cmpd="sng" algn="ctr">
                      <a:solidFill>
                        <a:srgbClr val="008FD3"/>
                      </a:solidFill>
                      <a:prstDash val="solid"/>
                    </a:lnL>
                    <a:lnR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Business Blueprint Design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Business Blueprint Design is completed and documented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25-May-26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29-May-26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1" i="0" u="none" strike="noStrike">
                          <a:solidFill>
                            <a:srgbClr val="00B050"/>
                          </a:solidFill>
                          <a:effectLst/>
                          <a:latin typeface="Arial Narrow" panose="020B0606020202030204" pitchFamily="34" charset="0"/>
                        </a:rPr>
                        <a:t>Done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8FD3"/>
                      </a:solidFill>
                      <a:prstDash val="soli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5519990"/>
                  </a:ext>
                </a:extLst>
              </a:tr>
              <a:tr h="25330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0000" cap="flat" cmpd="sng" algn="ctr">
                      <a:solidFill>
                        <a:srgbClr val="008FD3"/>
                      </a:solidFill>
                      <a:prstDash val="solid"/>
                    </a:lnL>
                    <a:lnR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Business Blueprint Confirmation &amp; Finalization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Business Blueprint Design is Approved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25-May-26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5-Jun-26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1" i="0" u="none" strike="noStrike">
                          <a:solidFill>
                            <a:srgbClr val="00B050"/>
                          </a:solidFill>
                          <a:effectLst/>
                          <a:latin typeface="Arial Narrow" panose="020B0606020202030204" pitchFamily="34" charset="0"/>
                        </a:rPr>
                        <a:t>Done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8FD3"/>
                      </a:solidFill>
                      <a:prstDash val="soli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3015642"/>
                  </a:ext>
                </a:extLst>
              </a:tr>
              <a:tr h="25330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0000" cap="flat" cmpd="sng" algn="ctr">
                      <a:solidFill>
                        <a:srgbClr val="008FD3"/>
                      </a:solidFill>
                      <a:prstDash val="solid"/>
                    </a:lnL>
                    <a:lnR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Enhancement (RICEF) Design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RICEF Design is Documented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25-May-26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5-Jun-26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1" i="0" u="none" strike="noStrike">
                          <a:solidFill>
                            <a:srgbClr val="00B050"/>
                          </a:solidFill>
                          <a:effectLst/>
                          <a:latin typeface="Arial Narrow" panose="020B0606020202030204" pitchFamily="34" charset="0"/>
                        </a:rPr>
                        <a:t>Done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8FD3"/>
                      </a:solidFill>
                      <a:prstDash val="soli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2006918"/>
                  </a:ext>
                </a:extLst>
              </a:tr>
              <a:tr h="368258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0000" cap="flat" cmpd="sng" algn="ctr">
                      <a:solidFill>
                        <a:srgbClr val="008FD3"/>
                      </a:solidFill>
                      <a:prstDash val="solid"/>
                    </a:lnL>
                    <a:lnR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Authorization Requirement and Design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Authorization Requirements and Design is Completed and Documented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25-May-26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5-Jun-26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1" i="0" u="none" strike="noStrike">
                          <a:solidFill>
                            <a:srgbClr val="00B050"/>
                          </a:solidFill>
                          <a:effectLst/>
                          <a:latin typeface="Arial Narrow" panose="020B0606020202030204" pitchFamily="34" charset="0"/>
                        </a:rPr>
                        <a:t>Done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8FD3"/>
                      </a:solidFill>
                      <a:prstDash val="soli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6295924"/>
                  </a:ext>
                </a:extLst>
              </a:tr>
              <a:tr h="2533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REALIZE</a:t>
                      </a:r>
                    </a:p>
                  </a:txBody>
                  <a:tcPr marL="7620" marR="7620" marT="7620" marB="0" anchor="ctr">
                    <a:lnL w="10000" cap="flat" cmpd="sng" algn="ctr">
                      <a:solidFill>
                        <a:srgbClr val="008FD3"/>
                      </a:solidFill>
                      <a:prstDash val="solid"/>
                    </a:lnL>
                    <a:lnR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Enhancement (RICEF) Development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RICEF Design is Developed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1-Jun-26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7-Aug-26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1" i="0" u="none" strike="noStrike">
                          <a:solidFill>
                            <a:srgbClr val="00B050"/>
                          </a:solidFill>
                          <a:effectLst/>
                          <a:latin typeface="Arial Narrow" panose="020B0606020202030204" pitchFamily="34" charset="0"/>
                        </a:rPr>
                        <a:t>Done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8FD3"/>
                      </a:solidFill>
                      <a:prstDash val="soli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4597145"/>
                  </a:ext>
                </a:extLst>
              </a:tr>
              <a:tr h="368258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0000" cap="flat" cmpd="sng" algn="ctr">
                      <a:solidFill>
                        <a:srgbClr val="008FD3"/>
                      </a:solidFill>
                      <a:prstDash val="solid"/>
                    </a:lnL>
                    <a:lnR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Run Scenario Test and Integration Test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Scenario and Integration Test are executed and Issues are resolved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8-Jun-26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11-Sep-26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1" i="0" u="none" strike="noStrike">
                          <a:solidFill>
                            <a:srgbClr val="FFC000"/>
                          </a:solidFill>
                          <a:effectLst/>
                          <a:latin typeface="Arial Narrow" panose="020B0606020202030204" pitchFamily="34" charset="0"/>
                        </a:rPr>
                        <a:t>In Progress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8FD3"/>
                      </a:solidFill>
                      <a:prstDash val="soli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7880640"/>
                  </a:ext>
                </a:extLst>
              </a:tr>
              <a:tr h="25330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0000" cap="flat" cmpd="sng" algn="ctr">
                      <a:solidFill>
                        <a:srgbClr val="008FD3"/>
                      </a:solidFill>
                      <a:prstDash val="solid"/>
                    </a:lnL>
                    <a:lnR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Prepare UAT and EUT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UAT and EUT Document are ready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31-Aug-26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4-Sep-26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1" i="0" u="none" strike="noStrike">
                          <a:solidFill>
                            <a:srgbClr val="404040"/>
                          </a:solidFill>
                          <a:effectLst/>
                          <a:latin typeface="Arial Narrow" panose="020B0606020202030204" pitchFamily="34" charset="0"/>
                        </a:rPr>
                        <a:t>Planned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8FD3"/>
                      </a:solidFill>
                      <a:prstDash val="soli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7320517"/>
                  </a:ext>
                </a:extLst>
              </a:tr>
              <a:tr h="2533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DEPLOY</a:t>
                      </a:r>
                    </a:p>
                  </a:txBody>
                  <a:tcPr marL="7620" marR="7620" marT="7620" marB="0" anchor="ctr">
                    <a:lnL w="10000" cap="flat" cmpd="sng" algn="ctr">
                      <a:solidFill>
                        <a:srgbClr val="008FD3"/>
                      </a:solidFill>
                      <a:prstDash val="solid"/>
                    </a:lnL>
                    <a:lnR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User Acceptance Test (UAT)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User Acceptance Test is Approved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7-Sep-26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11-Sep-26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1" i="0" u="none" strike="noStrike">
                          <a:solidFill>
                            <a:srgbClr val="404040"/>
                          </a:solidFill>
                          <a:effectLst/>
                          <a:latin typeface="Arial Narrow" panose="020B0606020202030204" pitchFamily="34" charset="0"/>
                        </a:rPr>
                        <a:t>Planned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8FD3"/>
                      </a:solidFill>
                      <a:prstDash val="soli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6005216"/>
                  </a:ext>
                </a:extLst>
              </a:tr>
              <a:tr h="25330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0000" cap="flat" cmpd="sng" algn="ctr">
                      <a:solidFill>
                        <a:srgbClr val="008FD3"/>
                      </a:solidFill>
                      <a:prstDash val="solid"/>
                    </a:lnL>
                    <a:lnR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End User Training (EUT)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End-Users are trained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7-Sep-26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18-Sep-26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1" i="0" u="none" strike="noStrike">
                          <a:solidFill>
                            <a:srgbClr val="404040"/>
                          </a:solidFill>
                          <a:effectLst/>
                          <a:latin typeface="Arial Narrow" panose="020B0606020202030204" pitchFamily="34" charset="0"/>
                        </a:rPr>
                        <a:t>Planned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8FD3"/>
                      </a:solidFill>
                      <a:prstDash val="soli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6253011"/>
                  </a:ext>
                </a:extLst>
              </a:tr>
              <a:tr h="25330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0000" cap="flat" cmpd="sng" algn="ctr">
                      <a:solidFill>
                        <a:srgbClr val="008FD3"/>
                      </a:solidFill>
                      <a:prstDash val="solid"/>
                    </a:lnL>
                    <a:lnR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Prepare Production System Environment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Production System Environment is Ready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21-Sep-26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25-Sep-26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1" i="0" u="none" strike="noStrike">
                          <a:solidFill>
                            <a:srgbClr val="404040"/>
                          </a:solidFill>
                          <a:effectLst/>
                          <a:latin typeface="Arial Narrow" panose="020B0606020202030204" pitchFamily="34" charset="0"/>
                        </a:rPr>
                        <a:t>Planned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8FD3"/>
                      </a:solidFill>
                      <a:prstDash val="soli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8125600"/>
                  </a:ext>
                </a:extLst>
              </a:tr>
              <a:tr h="25330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0000" cap="flat" cmpd="sng" algn="ctr">
                      <a:solidFill>
                        <a:srgbClr val="008FD3"/>
                      </a:solidFill>
                      <a:prstDash val="solid"/>
                    </a:lnL>
                    <a:lnR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Cut-over Strategy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Cut-over Strategy is Documented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21-Sep-26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25-Sep-26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1" i="0" u="none" strike="noStrike">
                          <a:solidFill>
                            <a:srgbClr val="404040"/>
                          </a:solidFill>
                          <a:effectLst/>
                          <a:latin typeface="Arial Narrow" panose="020B0606020202030204" pitchFamily="34" charset="0"/>
                        </a:rPr>
                        <a:t>Planned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8FD3"/>
                      </a:solidFill>
                      <a:prstDash val="soli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4160263"/>
                  </a:ext>
                </a:extLst>
              </a:tr>
              <a:tr h="2533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RUN</a:t>
                      </a:r>
                    </a:p>
                  </a:txBody>
                  <a:tcPr marL="7620" marR="7620" marT="7620" marB="0" anchor="ctr">
                    <a:lnL w="10000" cap="flat" cmpd="sng" algn="ctr">
                      <a:solidFill>
                        <a:srgbClr val="008FD3"/>
                      </a:solidFill>
                      <a:prstDash val="solid"/>
                    </a:lnL>
                    <a:lnR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Go Live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Live Production Environment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28-Sep-26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28-Sep-26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1" i="0" u="none" strike="noStrike">
                          <a:solidFill>
                            <a:srgbClr val="404040"/>
                          </a:solidFill>
                          <a:effectLst/>
                          <a:latin typeface="Arial Narrow" panose="020B0606020202030204" pitchFamily="34" charset="0"/>
                        </a:rPr>
                        <a:t>Planned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8FD3"/>
                      </a:solidFill>
                      <a:prstDash val="soli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0792298"/>
                  </a:ext>
                </a:extLst>
              </a:tr>
              <a:tr h="25330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0000" cap="flat" cmpd="sng" algn="ctr">
                      <a:solidFill>
                        <a:srgbClr val="008FD3"/>
                      </a:solidFill>
                      <a:prstDash val="solid"/>
                    </a:lnL>
                    <a:lnR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6B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Support After Go Live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B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Functional or Technical Issues are Solved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B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28-Sep-26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B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31-Oct-26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B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1" i="0" u="none" strike="noStrike" dirty="0">
                          <a:solidFill>
                            <a:srgbClr val="404040"/>
                          </a:solidFill>
                          <a:effectLst/>
                          <a:latin typeface="Arial Narrow" panose="020B0606020202030204" pitchFamily="34" charset="0"/>
                        </a:rPr>
                        <a:t>Planned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8FD3"/>
                      </a:solidFill>
                      <a:prstDash val="soli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B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84071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880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DDD49-5884-9E09-6C21-95BF76D92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062" y="2366336"/>
            <a:ext cx="10286725" cy="390780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E6C3C87-1341-4DC6-FEDC-76DD228D92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1125" y="-183073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3C771CE9-AD06-5390-EA81-24CACE0D8103}"/>
              </a:ext>
            </a:extLst>
          </p:cNvPr>
          <p:cNvSpPr txBox="1">
            <a:spLocks/>
          </p:cNvSpPr>
          <p:nvPr/>
        </p:nvSpPr>
        <p:spPr bwMode="black">
          <a:xfrm>
            <a:off x="239790" y="544228"/>
            <a:ext cx="11741150" cy="67698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kumimoji="0" lang="en-US" sz="2199" b="0" i="0" u="none" strike="noStrike" kern="1200" cap="none" spc="0" normalizeH="0" baseline="0" noProof="0" dirty="0">
                <a:ln>
                  <a:noFill/>
                </a:ln>
                <a:solidFill>
                  <a:srgbClr val="64973A"/>
                </a:solidFill>
                <a:effectLst/>
                <a:uLnTx/>
                <a:uFillTx/>
                <a:latin typeface="Franklin Gothic Book" panose="020B0503020102020204" pitchFamily="34" charset="0"/>
                <a:ea typeface="+mj-ea"/>
                <a:cs typeface="+mj-cs"/>
              </a:rPr>
              <a:t>SAP</a:t>
            </a:r>
            <a:r>
              <a:rPr kumimoji="0" lang="en-US" sz="2199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Franklin Gothic Book" panose="020B0503020102020204" pitchFamily="34" charset="0"/>
                <a:ea typeface="+mj-ea"/>
                <a:cs typeface="+mj-cs"/>
              </a:rPr>
              <a:t> </a:t>
            </a:r>
            <a:r>
              <a:rPr kumimoji="0" lang="en-US" sz="2199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Franklin Gothic Book" panose="020B0503020102020204" pitchFamily="34" charset="0"/>
                <a:ea typeface="+mj-ea"/>
                <a:cs typeface="+mj-cs"/>
              </a:rPr>
              <a:t>CAPABILITY ENHANCEMENT &amp; SIMPLIFICATION </a:t>
            </a:r>
            <a:r>
              <a:rPr kumimoji="0" lang="en-US" sz="2199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/>
            </a:r>
            <a:br>
              <a:rPr kumimoji="0" lang="en-US" sz="2199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</a:br>
            <a:r>
              <a:rPr lang="en-US" sz="2199" b="1" dirty="0" smtClean="0">
                <a:solidFill>
                  <a:srgbClr val="097DCA"/>
                </a:solidFill>
                <a:latin typeface="Franklin Gothic Book" panose="020B0503020102020204" pitchFamily="34" charset="0"/>
                <a:ea typeface="+mj-ea"/>
                <a:cs typeface="+mj-cs"/>
              </a:rPr>
              <a:t>SAP Enhancement for Streamlined COA Workflow</a:t>
            </a:r>
            <a:endParaRPr lang="en-US" sz="2200" b="1" dirty="0">
              <a:solidFill>
                <a:srgbClr val="097DCA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61BF9A-DC5F-FE5A-1A20-B7623D70D4F9}"/>
              </a:ext>
            </a:extLst>
          </p:cNvPr>
          <p:cNvSpPr txBox="1"/>
          <p:nvPr/>
        </p:nvSpPr>
        <p:spPr>
          <a:xfrm>
            <a:off x="151293" y="1608715"/>
            <a:ext cx="1255472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99" b="1" i="0" u="sng" strike="noStrike" kern="1200" cap="none" spc="0" normalizeH="0" baseline="0" noProof="0" dirty="0">
                <a:ln>
                  <a:noFill/>
                </a:ln>
                <a:solidFill>
                  <a:srgbClr val="60943A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Schedule:</a:t>
            </a:r>
          </a:p>
        </p:txBody>
      </p:sp>
      <p:sp>
        <p:nvSpPr>
          <p:cNvPr id="29" name="Title 1"/>
          <p:cNvSpPr txBox="1">
            <a:spLocks/>
          </p:cNvSpPr>
          <p:nvPr/>
        </p:nvSpPr>
        <p:spPr>
          <a:xfrm>
            <a:off x="163942" y="1173033"/>
            <a:ext cx="11836291" cy="526236"/>
          </a:xfrm>
          <a:prstGeom prst="rect">
            <a:avLst/>
          </a:prstGeom>
        </p:spPr>
        <p:txBody>
          <a:bodyPr vert="horz" lIns="91416" tIns="45708" rIns="91416" bIns="45708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defTabSz="914126">
              <a:spcAft>
                <a:spcPts val="600"/>
              </a:spcAft>
              <a:defRPr/>
            </a:pPr>
            <a:r>
              <a:rPr lang="en-US" sz="1400" b="0" dirty="0">
                <a:solidFill>
                  <a:prstClr val="black">
                    <a:lumMod val="65000"/>
                    <a:lumOff val="35000"/>
                  </a:prstClr>
                </a:solidFill>
                <a:latin typeface="Franklin Gothic Book" panose="020B0503020102020204"/>
              </a:rPr>
              <a:t>Streamlining Quality Assurance by Retrieving Data Directly from SAP Result Recording, Significantly Reducing Lead Time and Eliminating Manual Entry Errors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BC2AD2E-6796-5FAD-92F3-30DAD897173E}"/>
              </a:ext>
            </a:extLst>
          </p:cNvPr>
          <p:cNvGrpSpPr/>
          <p:nvPr/>
        </p:nvGrpSpPr>
        <p:grpSpPr>
          <a:xfrm>
            <a:off x="10728834" y="4929486"/>
            <a:ext cx="1073525" cy="1276180"/>
            <a:chOff x="10103230" y="5093086"/>
            <a:chExt cx="1474578" cy="1533522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B0A782A-C948-03A9-19AE-AD7A036F4887}"/>
                </a:ext>
              </a:extLst>
            </p:cNvPr>
            <p:cNvSpPr txBox="1"/>
            <p:nvPr/>
          </p:nvSpPr>
          <p:spPr>
            <a:xfrm>
              <a:off x="10103230" y="5093086"/>
              <a:ext cx="572422" cy="2210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1088122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/>
                  <a:ea typeface="Arial Unicode MS" pitchFamily="34" charset="-128"/>
                  <a:cs typeface="Arial Unicode MS" pitchFamily="34" charset="-128"/>
                </a:rPr>
                <a:t>Legend:</a:t>
              </a: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134BC9B2-A416-B9D1-8DAB-2E07C055B7D1}"/>
                </a:ext>
              </a:extLst>
            </p:cNvPr>
            <p:cNvGrpSpPr/>
            <p:nvPr/>
          </p:nvGrpSpPr>
          <p:grpSpPr>
            <a:xfrm>
              <a:off x="10103230" y="5357141"/>
              <a:ext cx="814868" cy="252658"/>
              <a:chOff x="0" y="0"/>
              <a:chExt cx="814868" cy="252658"/>
            </a:xfrm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48DA9BF0-7906-997E-5ADB-D482034C1F40}"/>
                  </a:ext>
                </a:extLst>
              </p:cNvPr>
              <p:cNvSpPr/>
              <p:nvPr/>
            </p:nvSpPr>
            <p:spPr>
              <a:xfrm>
                <a:off x="0" y="24836"/>
                <a:ext cx="182880" cy="180158"/>
              </a:xfrm>
              <a:prstGeom prst="rect">
                <a:avLst/>
              </a:prstGeom>
              <a:solidFill>
                <a:srgbClr val="BFBFB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08812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/>
                  <a:ea typeface="+mn-ea"/>
                  <a:cs typeface="+mn-cs"/>
                </a:endParaRPr>
              </a:p>
            </p:txBody>
          </p:sp>
          <p:sp>
            <p:nvSpPr>
              <p:cNvPr id="46" name="TextBox 15">
                <a:extLst>
                  <a:ext uri="{FF2B5EF4-FFF2-40B4-BE49-F238E27FC236}">
                    <a16:creationId xmlns:a16="http://schemas.microsoft.com/office/drawing/2014/main" id="{03E7B135-B394-33CF-655C-11C8FF7F420E}"/>
                  </a:ext>
                </a:extLst>
              </p:cNvPr>
              <p:cNvSpPr txBox="1"/>
              <p:nvPr/>
            </p:nvSpPr>
            <p:spPr>
              <a:xfrm>
                <a:off x="163559" y="0"/>
                <a:ext cx="651309" cy="252658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wrap="none" rtlCol="0" anchor="t">
                <a:spAutoFit/>
              </a:bodyPr>
              <a:lstStyle>
                <a:lvl1pPr marL="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08812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Planned</a:t>
                </a:r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7C33F121-9F84-AAF7-646E-860836D13384}"/>
                </a:ext>
              </a:extLst>
            </p:cNvPr>
            <p:cNvGrpSpPr/>
            <p:nvPr/>
          </p:nvGrpSpPr>
          <p:grpSpPr>
            <a:xfrm>
              <a:off x="10103230" y="5596513"/>
              <a:ext cx="1000866" cy="252658"/>
              <a:chOff x="0" y="239372"/>
              <a:chExt cx="1000866" cy="252658"/>
            </a:xfrm>
          </p:grpSpPr>
          <p:sp>
            <p:nvSpPr>
              <p:cNvPr id="43" name="TextBox 16">
                <a:extLst>
                  <a:ext uri="{FF2B5EF4-FFF2-40B4-BE49-F238E27FC236}">
                    <a16:creationId xmlns:a16="http://schemas.microsoft.com/office/drawing/2014/main" id="{810BE476-E756-C61C-1498-DB8C11BEADCC}"/>
                  </a:ext>
                </a:extLst>
              </p:cNvPr>
              <p:cNvSpPr txBox="1"/>
              <p:nvPr/>
            </p:nvSpPr>
            <p:spPr>
              <a:xfrm>
                <a:off x="163559" y="239372"/>
                <a:ext cx="837307" cy="252658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wrap="none" rtlCol="0" anchor="t">
                <a:spAutoFit/>
              </a:bodyPr>
              <a:lstStyle>
                <a:lvl1pPr marL="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08812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In Progress</a:t>
                </a: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EDE4E44D-6301-4F85-EC8D-5EBEF187CD67}"/>
                  </a:ext>
                </a:extLst>
              </p:cNvPr>
              <p:cNvSpPr/>
              <p:nvPr/>
            </p:nvSpPr>
            <p:spPr>
              <a:xfrm>
                <a:off x="0" y="271465"/>
                <a:ext cx="182880" cy="186509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08812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/>
                  <a:ea typeface="+mn-ea"/>
                  <a:cs typeface="+mn-cs"/>
                </a:endParaRPr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35A732BE-8159-DA0A-C5FA-FD1BDC8017E4}"/>
                </a:ext>
              </a:extLst>
            </p:cNvPr>
            <p:cNvGrpSpPr/>
            <p:nvPr/>
          </p:nvGrpSpPr>
          <p:grpSpPr>
            <a:xfrm>
              <a:off x="10111543" y="5875025"/>
              <a:ext cx="640597" cy="252658"/>
              <a:chOff x="1325336" y="0"/>
              <a:chExt cx="640597" cy="252658"/>
            </a:xfrm>
          </p:grpSpPr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CE35911-1560-4982-8241-6B7466745A0C}"/>
                  </a:ext>
                </a:extLst>
              </p:cNvPr>
              <p:cNvSpPr txBox="1"/>
              <p:nvPr/>
            </p:nvSpPr>
            <p:spPr>
              <a:xfrm>
                <a:off x="1476569" y="0"/>
                <a:ext cx="489364" cy="252658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wrap="none" rtlCol="0" anchor="t">
                <a:spAutoFit/>
              </a:bodyPr>
              <a:lstStyle>
                <a:lvl1pPr marL="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08812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Done</a:t>
                </a: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6B0B2966-CA91-7C0D-EEF1-391EF01EECD6}"/>
                  </a:ext>
                </a:extLst>
              </p:cNvPr>
              <p:cNvSpPr/>
              <p:nvPr/>
            </p:nvSpPr>
            <p:spPr>
              <a:xfrm>
                <a:off x="1325336" y="24836"/>
                <a:ext cx="182880" cy="180158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08812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/>
                  <a:ea typeface="+mn-ea"/>
                  <a:cs typeface="+mn-cs"/>
                </a:endParaRP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24E071B3-BEF6-1892-D560-7AA0D6C8D466}"/>
                </a:ext>
              </a:extLst>
            </p:cNvPr>
            <p:cNvGrpSpPr/>
            <p:nvPr/>
          </p:nvGrpSpPr>
          <p:grpSpPr>
            <a:xfrm>
              <a:off x="10103230" y="6134578"/>
              <a:ext cx="1474578" cy="252658"/>
              <a:chOff x="0" y="0"/>
              <a:chExt cx="1474578" cy="252658"/>
            </a:xfrm>
          </p:grpSpPr>
          <p:sp>
            <p:nvSpPr>
              <p:cNvPr id="39" name="TextBox 2">
                <a:extLst>
                  <a:ext uri="{FF2B5EF4-FFF2-40B4-BE49-F238E27FC236}">
                    <a16:creationId xmlns:a16="http://schemas.microsoft.com/office/drawing/2014/main" id="{C7FAB42B-C767-7AB0-B485-A7585646DDC1}"/>
                  </a:ext>
                </a:extLst>
              </p:cNvPr>
              <p:cNvSpPr txBox="1"/>
              <p:nvPr/>
            </p:nvSpPr>
            <p:spPr>
              <a:xfrm>
                <a:off x="162658" y="0"/>
                <a:ext cx="1311920" cy="252658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wrap="none" rtlCol="0" anchor="t">
                <a:spAutoFit/>
              </a:bodyPr>
              <a:lstStyle>
                <a:lvl1pPr marL="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08812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Proposed Milestone</a:t>
                </a:r>
              </a:p>
            </p:txBody>
          </p:sp>
          <p:sp>
            <p:nvSpPr>
              <p:cNvPr id="40" name="Diamond 39">
                <a:extLst>
                  <a:ext uri="{FF2B5EF4-FFF2-40B4-BE49-F238E27FC236}">
                    <a16:creationId xmlns:a16="http://schemas.microsoft.com/office/drawing/2014/main" id="{43358C39-7FDC-F25E-B20E-B479679BE493}"/>
                  </a:ext>
                </a:extLst>
              </p:cNvPr>
              <p:cNvSpPr/>
              <p:nvPr/>
            </p:nvSpPr>
            <p:spPr>
              <a:xfrm>
                <a:off x="0" y="25299"/>
                <a:ext cx="182880" cy="179232"/>
              </a:xfrm>
              <a:prstGeom prst="diamond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08812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/>
                  <a:ea typeface="+mn-ea"/>
                  <a:cs typeface="+mn-cs"/>
                </a:endParaRPr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6AEE7B29-44F7-6482-9820-990AC7FB525D}"/>
                </a:ext>
              </a:extLst>
            </p:cNvPr>
            <p:cNvGrpSpPr/>
            <p:nvPr/>
          </p:nvGrpSpPr>
          <p:grpSpPr>
            <a:xfrm>
              <a:off x="10103230" y="6373950"/>
              <a:ext cx="1412044" cy="252658"/>
              <a:chOff x="0" y="239372"/>
              <a:chExt cx="1412044" cy="252658"/>
            </a:xfrm>
          </p:grpSpPr>
          <p:sp>
            <p:nvSpPr>
              <p:cNvPr id="37" name="TextBox 1">
                <a:extLst>
                  <a:ext uri="{FF2B5EF4-FFF2-40B4-BE49-F238E27FC236}">
                    <a16:creationId xmlns:a16="http://schemas.microsoft.com/office/drawing/2014/main" id="{1B665DFF-5073-C52C-523A-BD83CC4408A5}"/>
                  </a:ext>
                </a:extLst>
              </p:cNvPr>
              <p:cNvSpPr txBox="1"/>
              <p:nvPr/>
            </p:nvSpPr>
            <p:spPr>
              <a:xfrm>
                <a:off x="162658" y="239372"/>
                <a:ext cx="1249386" cy="252658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wrap="none" rtlCol="0" anchor="t">
                <a:spAutoFit/>
              </a:bodyPr>
              <a:lstStyle>
                <a:lvl1pPr marL="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08812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Finished Milestone</a:t>
                </a:r>
              </a:p>
            </p:txBody>
          </p:sp>
          <p:sp>
            <p:nvSpPr>
              <p:cNvPr id="38" name="Diamond 37">
                <a:extLst>
                  <a:ext uri="{FF2B5EF4-FFF2-40B4-BE49-F238E27FC236}">
                    <a16:creationId xmlns:a16="http://schemas.microsoft.com/office/drawing/2014/main" id="{9AD593B0-BB10-3508-1ECF-C78886515ACE}"/>
                  </a:ext>
                </a:extLst>
              </p:cNvPr>
              <p:cNvSpPr/>
              <p:nvPr/>
            </p:nvSpPr>
            <p:spPr>
              <a:xfrm>
                <a:off x="0" y="271928"/>
                <a:ext cx="182880" cy="185583"/>
              </a:xfrm>
              <a:prstGeom prst="diamond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08812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C4313E8-5634-12AF-8E73-595AF8F3F684}"/>
              </a:ext>
            </a:extLst>
          </p:cNvPr>
          <p:cNvGrpSpPr/>
          <p:nvPr/>
        </p:nvGrpSpPr>
        <p:grpSpPr>
          <a:xfrm>
            <a:off x="7620323" y="1608715"/>
            <a:ext cx="1265529" cy="5080940"/>
            <a:chOff x="2888082" y="1357902"/>
            <a:chExt cx="1265859" cy="3455270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90B6BAB-B954-8B16-F400-1B60C6992BA1}"/>
                </a:ext>
              </a:extLst>
            </p:cNvPr>
            <p:cNvSpPr txBox="1"/>
            <p:nvPr/>
          </p:nvSpPr>
          <p:spPr>
            <a:xfrm>
              <a:off x="2888082" y="1357902"/>
              <a:ext cx="1265859" cy="2632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38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798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+mn-ea"/>
                  <a:cs typeface="+mn-cs"/>
                </a:rPr>
                <a:t>We Are Here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AEA34C08-8F64-813D-4921-2E6E7BE20F67}"/>
                </a:ext>
              </a:extLst>
            </p:cNvPr>
            <p:cNvCxnSpPr>
              <a:cxnSpLocks/>
            </p:cNvCxnSpPr>
            <p:nvPr/>
          </p:nvCxnSpPr>
          <p:spPr>
            <a:xfrm>
              <a:off x="3520846" y="1630560"/>
              <a:ext cx="0" cy="3182612"/>
            </a:xfrm>
            <a:prstGeom prst="line">
              <a:avLst/>
            </a:prstGeom>
            <a:ln w="19050">
              <a:solidFill>
                <a:srgbClr val="C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28210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3_SAP 2025 16x9 white">
  <a:themeElements>
    <a:clrScheme name="SAP_colors_2017">
      <a:dk1>
        <a:srgbClr val="000000"/>
      </a:dk1>
      <a:lt1>
        <a:srgbClr val="FFFFFF"/>
      </a:lt1>
      <a:dk2>
        <a:srgbClr val="CCCCCC"/>
      </a:dk2>
      <a:lt2>
        <a:srgbClr val="999999"/>
      </a:lt2>
      <a:accent1>
        <a:srgbClr val="F0AB00"/>
      </a:accent1>
      <a:accent2>
        <a:srgbClr val="666666"/>
      </a:accent2>
      <a:accent3>
        <a:srgbClr val="008FD3"/>
      </a:accent3>
      <a:accent4>
        <a:srgbClr val="4FB81C"/>
      </a:accent4>
      <a:accent5>
        <a:srgbClr val="E35500"/>
      </a:accent5>
      <a:accent6>
        <a:srgbClr val="970A82"/>
      </a:accent6>
      <a:hlink>
        <a:srgbClr val="008FD3"/>
      </a:hlink>
      <a:folHlink>
        <a:srgbClr val="008FD3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noFill/>
        <a:ln w="25400" algn="ctr">
          <a:solidFill>
            <a:schemeClr val="tx1"/>
          </a:solidFill>
          <a:miter lim="800000"/>
          <a:headEnd/>
          <a:tailEnd/>
        </a:ln>
      </a:spPr>
      <a:bodyPr lIns="90000" tIns="72000" rIns="90000" bIns="72000" rtlCol="0" anchor="ctr"/>
      <a:lstStyle>
        <a:defPPr marR="0" algn="ctr" defTabSz="91440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tabLst/>
          <a:defRPr kumimoji="0" sz="1800" b="0" i="0" u="none" strike="noStrike" kern="0" cap="none" spc="0" normalizeH="0" baseline="0" noProof="0" dirty="0" err="1" smtClean="0">
            <a:ln>
              <a:noFill/>
            </a:ln>
            <a:effectLst/>
            <a:uLnTx/>
            <a:uFillTx/>
            <a:ea typeface="Arial Unicode MS" pitchFamily="34" charset="-128"/>
            <a:cs typeface="Arial Unicode MS" pitchFamily="34" charset="-128"/>
          </a:defRPr>
        </a:defPPr>
      </a:lstStyle>
    </a:spDef>
    <a:lnDef>
      <a:spPr>
        <a:ln w="25400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fontAlgn="base"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defRPr sz="1800" kern="0" dirty="0" err="1" smtClean="0">
            <a:ea typeface="Arial Unicode MS" pitchFamily="34" charset="-128"/>
            <a:cs typeface="Arial Unicode MS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AP_2018_16x9_white.potx" id="{45155C84-AF73-45A8-8FAE-E2021D067E2F}" vid="{616E0658-75E9-4728-B3D8-8DBE621048B6}"/>
    </a:ext>
  </a:extLst>
</a:theme>
</file>

<file path=ppt/theme/theme2.xml><?xml version="1.0" encoding="utf-8"?>
<a:theme xmlns:a="http://schemas.openxmlformats.org/drawingml/2006/main" name="4_SAP 2025 16x9 white">
  <a:themeElements>
    <a:clrScheme name="SAP_colors_2017">
      <a:dk1>
        <a:srgbClr val="000000"/>
      </a:dk1>
      <a:lt1>
        <a:srgbClr val="FFFFFF"/>
      </a:lt1>
      <a:dk2>
        <a:srgbClr val="CCCCCC"/>
      </a:dk2>
      <a:lt2>
        <a:srgbClr val="999999"/>
      </a:lt2>
      <a:accent1>
        <a:srgbClr val="F0AB00"/>
      </a:accent1>
      <a:accent2>
        <a:srgbClr val="666666"/>
      </a:accent2>
      <a:accent3>
        <a:srgbClr val="008FD3"/>
      </a:accent3>
      <a:accent4>
        <a:srgbClr val="4FB81C"/>
      </a:accent4>
      <a:accent5>
        <a:srgbClr val="E35500"/>
      </a:accent5>
      <a:accent6>
        <a:srgbClr val="970A82"/>
      </a:accent6>
      <a:hlink>
        <a:srgbClr val="008FD3"/>
      </a:hlink>
      <a:folHlink>
        <a:srgbClr val="008FD3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noFill/>
        <a:ln w="25400" algn="ctr">
          <a:solidFill>
            <a:schemeClr val="tx1"/>
          </a:solidFill>
          <a:miter lim="800000"/>
          <a:headEnd/>
          <a:tailEnd/>
        </a:ln>
      </a:spPr>
      <a:bodyPr lIns="90000" tIns="72000" rIns="90000" bIns="72000" rtlCol="0" anchor="ctr"/>
      <a:lstStyle>
        <a:defPPr marR="0" algn="ctr" defTabSz="91440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tabLst/>
          <a:defRPr kumimoji="0" sz="1800" b="0" i="0" u="none" strike="noStrike" kern="0" cap="none" spc="0" normalizeH="0" baseline="0" noProof="0" dirty="0" err="1" smtClean="0">
            <a:ln>
              <a:noFill/>
            </a:ln>
            <a:effectLst/>
            <a:uLnTx/>
            <a:uFillTx/>
            <a:ea typeface="Arial Unicode MS" pitchFamily="34" charset="-128"/>
            <a:cs typeface="Arial Unicode MS" pitchFamily="34" charset="-128"/>
          </a:defRPr>
        </a:defPPr>
      </a:lstStyle>
    </a:spDef>
    <a:lnDef>
      <a:spPr>
        <a:ln w="25400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fontAlgn="base"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defRPr sz="1800" kern="0" dirty="0" err="1" smtClean="0">
            <a:ea typeface="Arial Unicode MS" pitchFamily="34" charset="-128"/>
            <a:cs typeface="Arial Unicode MS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AP_2018_16x9_white.potx" id="{45155C84-AF73-45A8-8FAE-E2021D067E2F}" vid="{616E0658-75E9-4728-B3D8-8DBE621048B6}"/>
    </a:ext>
  </a:extLst>
</a:theme>
</file>

<file path=ppt/theme/theme3.xml><?xml version="1.0" encoding="utf-8"?>
<a:theme xmlns:a="http://schemas.openxmlformats.org/drawingml/2006/main" name="11_SAP 2025 16x9 white">
  <a:themeElements>
    <a:clrScheme name="SAP_colors_2017">
      <a:dk1>
        <a:srgbClr val="000000"/>
      </a:dk1>
      <a:lt1>
        <a:srgbClr val="FFFFFF"/>
      </a:lt1>
      <a:dk2>
        <a:srgbClr val="CCCCCC"/>
      </a:dk2>
      <a:lt2>
        <a:srgbClr val="999999"/>
      </a:lt2>
      <a:accent1>
        <a:srgbClr val="F0AB00"/>
      </a:accent1>
      <a:accent2>
        <a:srgbClr val="666666"/>
      </a:accent2>
      <a:accent3>
        <a:srgbClr val="008FD3"/>
      </a:accent3>
      <a:accent4>
        <a:srgbClr val="4FB81C"/>
      </a:accent4>
      <a:accent5>
        <a:srgbClr val="E35500"/>
      </a:accent5>
      <a:accent6>
        <a:srgbClr val="970A82"/>
      </a:accent6>
      <a:hlink>
        <a:srgbClr val="008FD3"/>
      </a:hlink>
      <a:folHlink>
        <a:srgbClr val="008FD3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noFill/>
        <a:ln w="25400" algn="ctr">
          <a:solidFill>
            <a:schemeClr val="tx1"/>
          </a:solidFill>
          <a:miter lim="800000"/>
          <a:headEnd/>
          <a:tailEnd/>
        </a:ln>
      </a:spPr>
      <a:bodyPr lIns="90000" tIns="72000" rIns="90000" bIns="72000" rtlCol="0" anchor="ctr"/>
      <a:lstStyle>
        <a:defPPr marR="0" algn="ctr" defTabSz="91440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tabLst/>
          <a:defRPr kumimoji="0" sz="1800" b="0" i="0" u="none" strike="noStrike" kern="0" cap="none" spc="0" normalizeH="0" baseline="0" noProof="0" dirty="0" err="1" smtClean="0">
            <a:ln>
              <a:noFill/>
            </a:ln>
            <a:effectLst/>
            <a:uLnTx/>
            <a:uFillTx/>
            <a:ea typeface="Arial Unicode MS" pitchFamily="34" charset="-128"/>
            <a:cs typeface="Arial Unicode MS" pitchFamily="34" charset="-128"/>
          </a:defRPr>
        </a:defPPr>
      </a:lstStyle>
    </a:spDef>
    <a:lnDef>
      <a:spPr>
        <a:ln w="25400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fontAlgn="base"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defRPr sz="1800" kern="0" dirty="0" err="1" smtClean="0">
            <a:ea typeface="Arial Unicode MS" pitchFamily="34" charset="-128"/>
            <a:cs typeface="Arial Unicode MS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AP_2018_16x9_white.potx" id="{45155C84-AF73-45A8-8FAE-E2021D067E2F}" vid="{616E0658-75E9-4728-B3D8-8DBE621048B6}"/>
    </a:ext>
  </a:extLst>
</a:theme>
</file>

<file path=ppt/theme/theme4.xml><?xml version="1.0" encoding="utf-8"?>
<a:theme xmlns:a="http://schemas.openxmlformats.org/drawingml/2006/main" name="16_SAP 2026 16x9 white">
  <a:themeElements>
    <a:clrScheme name="SAP_colors_2017">
      <a:dk1>
        <a:srgbClr val="000000"/>
      </a:dk1>
      <a:lt1>
        <a:srgbClr val="FFFFFF"/>
      </a:lt1>
      <a:dk2>
        <a:srgbClr val="CCCCCC"/>
      </a:dk2>
      <a:lt2>
        <a:srgbClr val="999999"/>
      </a:lt2>
      <a:accent1>
        <a:srgbClr val="F0AB00"/>
      </a:accent1>
      <a:accent2>
        <a:srgbClr val="666666"/>
      </a:accent2>
      <a:accent3>
        <a:srgbClr val="008FD3"/>
      </a:accent3>
      <a:accent4>
        <a:srgbClr val="4FB81C"/>
      </a:accent4>
      <a:accent5>
        <a:srgbClr val="E35500"/>
      </a:accent5>
      <a:accent6>
        <a:srgbClr val="970A82"/>
      </a:accent6>
      <a:hlink>
        <a:srgbClr val="008FD3"/>
      </a:hlink>
      <a:folHlink>
        <a:srgbClr val="008FD3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noFill/>
        <a:ln w="25400" algn="ctr">
          <a:solidFill>
            <a:schemeClr val="tx1"/>
          </a:solidFill>
          <a:miter lim="800000"/>
          <a:headEnd/>
          <a:tailEnd/>
        </a:ln>
      </a:spPr>
      <a:bodyPr lIns="90000" tIns="72000" rIns="90000" bIns="72000" rtlCol="0" anchor="ctr"/>
      <a:lstStyle>
        <a:defPPr marR="0" algn="ctr" defTabSz="91440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tabLst/>
          <a:defRPr kumimoji="0" sz="1800" b="0" i="0" u="none" strike="noStrike" kern="0" cap="none" spc="0" normalizeH="0" baseline="0" noProof="0" dirty="0" err="1" smtClean="0">
            <a:ln>
              <a:noFill/>
            </a:ln>
            <a:effectLst/>
            <a:uLnTx/>
            <a:uFillTx/>
            <a:ea typeface="Arial Unicode MS" pitchFamily="34" charset="-128"/>
            <a:cs typeface="Arial Unicode MS" pitchFamily="34" charset="-128"/>
          </a:defRPr>
        </a:defPPr>
      </a:lstStyle>
    </a:spDef>
    <a:lnDef>
      <a:spPr>
        <a:ln w="25400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fontAlgn="base"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defRPr sz="1800" kern="0" dirty="0" err="1" smtClean="0">
            <a:ea typeface="Arial Unicode MS" pitchFamily="34" charset="-128"/>
            <a:cs typeface="Arial Unicode MS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AP_2018_16x9_white.potx" id="{45155C84-AF73-45A8-8FAE-E2021D067E2F}" vid="{616E0658-75E9-4728-B3D8-8DBE621048B6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29277</TotalTime>
  <Words>521</Words>
  <Application>Microsoft Office PowerPoint</Application>
  <PresentationFormat>Widescreen</PresentationFormat>
  <Paragraphs>158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3</vt:i4>
      </vt:variant>
    </vt:vector>
  </HeadingPairs>
  <TitlesOfParts>
    <vt:vector size="17" baseType="lpstr">
      <vt:lpstr>Arial</vt:lpstr>
      <vt:lpstr>Arial Narrow</vt:lpstr>
      <vt:lpstr>Arial Unicode MS</vt:lpstr>
      <vt:lpstr>Calibri</vt:lpstr>
      <vt:lpstr>Franklin Gothic Book</vt:lpstr>
      <vt:lpstr>Futura Bold</vt:lpstr>
      <vt:lpstr>Libre Franklin</vt:lpstr>
      <vt:lpstr>Open Sans</vt:lpstr>
      <vt:lpstr>Symbol</vt:lpstr>
      <vt:lpstr>Wingdings</vt:lpstr>
      <vt:lpstr>3_SAP 2025 16x9 white</vt:lpstr>
      <vt:lpstr>4_SAP 2025 16x9 white</vt:lpstr>
      <vt:lpstr>11_SAP 2025 16x9 white</vt:lpstr>
      <vt:lpstr>16_SAP 2026 16x9 white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 Service Report</dc:title>
  <dc:creator>NFNT</dc:creator>
  <cp:lastModifiedBy>User</cp:lastModifiedBy>
  <cp:revision>809</cp:revision>
  <dcterms:created xsi:type="dcterms:W3CDTF">2023-09-12T01:32:26Z</dcterms:created>
  <dcterms:modified xsi:type="dcterms:W3CDTF">2026-10-06T03:51:40Z</dcterms:modified>
</cp:coreProperties>
</file>