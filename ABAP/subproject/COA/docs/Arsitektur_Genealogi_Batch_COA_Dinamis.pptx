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9260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SAP QM &amp; ABAP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Arsitektur Penelusuran Genealogi Batch</a:t>
            </a:r>
            <a:br/>
            <a:r>
              <a:t>&amp; Mapping Rata-Rata COA Dinamis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Solusi 100% Dinamis, Tanpa Hardcode, dan Garansi Zero-Regression untuk Seluruh Kasus Produksi (1 s/d 7 Tahap)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32918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STUDI KASUS AKTIF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DO 85006278 (SRGLBI)</a:t>
            </a:r>
            <a:br/>
            <a:r>
              <a:t>Alur 7 Tahapan Converting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754880"/>
            <a:ext cx="32918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PRINSIP ARSITEKTUR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Zero Hardcode</a:t>
            </a:r>
            <a:br/>
            <a:r>
              <a:t>Config-Driven &amp; Tree-Driven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754880"/>
            <a:ext cx="32918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KOMPATIBILITAS UAT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Zero Regression Skenario QM01 - QM17</a:t>
            </a:r>
            <a:br/>
            <a:r>
              <a:t>Termasuk Change Grade 309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ALUR END-TO-END KASUS DO 85006278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Pemetaan 7 Tahap Produksi &amp; Titik Pengambilan Nilai COA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444752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TAHAP 1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JR Basefilm</a:t>
            </a:r>
          </a:p>
          <a:p>
            <a:pPr algn="ctr">
              <a:defRPr sz="1000">
                <a:solidFill>
                  <a:srgbClr val="38BDF8"/>
                </a:solidFill>
              </a:defRPr>
            </a:pPr>
            <a:r>
              <a:t>Material: JRAH8I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────────────────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STATUS COA: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AKTIF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MAPPING ZMAP: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JR Base Film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PARAMETER HASIL: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Tensile (0.00)</a:t>
            </a:r>
            <a:br/>
            <a:r>
              <a:t>Elongation (0)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645920"/>
            <a:ext cx="144475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TAHAP 2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SR Basefilm</a:t>
            </a:r>
          </a:p>
          <a:p>
            <a:pPr algn="ctr">
              <a:defRPr sz="1000">
                <a:solidFill>
                  <a:srgbClr val="38BDF8"/>
                </a:solidFill>
              </a:defRPr>
            </a:pPr>
            <a:r>
              <a:t>Material: SRAH8I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────────────────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STATUS COA: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LEWAT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MAPPING ZMAP: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-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PARAMETER HASIL:</a:t>
            </a:r>
          </a:p>
          <a:p>
            <a:pPr>
              <a:defRPr sz="1000" b="0">
                <a:solidFill>
                  <a:srgbClr val="94A3B8"/>
                </a:solidFill>
              </a:defRPr>
            </a:pPr>
            <a:r>
              <a:t>Tidak Ada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645920"/>
            <a:ext cx="144475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TAHAP 3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JR Conv (Coat)</a:t>
            </a:r>
          </a:p>
          <a:p>
            <a:pPr algn="ctr">
              <a:defRPr sz="1000">
                <a:solidFill>
                  <a:srgbClr val="38BDF8"/>
                </a:solidFill>
              </a:defRPr>
            </a:pPr>
            <a:r>
              <a:t>Material: JRGKAI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────────────────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STATUS COA: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LEWAT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MAPPING ZMAP: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-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PARAMETER HASIL:</a:t>
            </a:r>
          </a:p>
          <a:p>
            <a:pPr>
              <a:defRPr sz="1000" b="0">
                <a:solidFill>
                  <a:srgbClr val="94A3B8"/>
                </a:solidFill>
              </a:defRPr>
            </a:pPr>
            <a:r>
              <a:t>Tidak Ada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144475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TAHAP 4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SR Conv (Coat)</a:t>
            </a:r>
          </a:p>
          <a:p>
            <a:pPr algn="ctr">
              <a:defRPr sz="1000">
                <a:solidFill>
                  <a:srgbClr val="38BDF8"/>
                </a:solidFill>
              </a:defRPr>
            </a:pPr>
            <a:r>
              <a:t>Material: SRGKAI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────────────────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STATUS COA: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LEWAT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MAPPING ZMAP: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-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PARAMETER HASIL:</a:t>
            </a:r>
          </a:p>
          <a:p>
            <a:pPr>
              <a:defRPr sz="1000" b="0">
                <a:solidFill>
                  <a:srgbClr val="94A3B8"/>
                </a:solidFill>
              </a:defRPr>
            </a:pPr>
            <a:r>
              <a:t>Tidak Ada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45920"/>
            <a:ext cx="1444752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TAHAP 5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JR Conv (Metz)</a:t>
            </a:r>
          </a:p>
          <a:p>
            <a:pPr algn="ctr">
              <a:defRPr sz="1000">
                <a:solidFill>
                  <a:srgbClr val="38BDF8"/>
                </a:solidFill>
              </a:defRPr>
            </a:pPr>
            <a:r>
              <a:t>Material: JRGLAI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────────────────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STATUS COA: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AKTIF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MAPPING ZMAP: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JR Converting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PARAMETER HASIL: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Shrinkage (2.62/0.34)</a:t>
            </a:r>
            <a:br/>
            <a:r>
              <a:t>Gloss 60° (636)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645920"/>
            <a:ext cx="1444752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TAHAP 6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SR Conv (Metz)</a:t>
            </a:r>
          </a:p>
          <a:p>
            <a:pPr algn="ctr">
              <a:defRPr sz="1000">
                <a:solidFill>
                  <a:srgbClr val="38BDF8"/>
                </a:solidFill>
              </a:defRPr>
            </a:pPr>
            <a:r>
              <a:t>Material: SRGLAI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────────────────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STATUS COA: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AKTIF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MAPPING ZMAP: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SR Converting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PARAMETER HASIL: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Surface Tension</a:t>
            </a:r>
            <a:br/>
            <a:r>
              <a:t>Coat(42) / Metz(52)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645920"/>
            <a:ext cx="1444752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TAHAP 7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JR Conv (Coat)</a:t>
            </a:r>
          </a:p>
          <a:p>
            <a:pPr algn="ctr">
              <a:defRPr sz="1000">
                <a:solidFill>
                  <a:srgbClr val="38BDF8"/>
                </a:solidFill>
              </a:defRPr>
            </a:pPr>
            <a:r>
              <a:t>Material: JRGLBI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────────────────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STATUS COA:</a:t>
            </a:r>
          </a:p>
          <a:p>
            <a:pPr>
              <a:defRPr sz="1100" b="1">
                <a:solidFill>
                  <a:srgbClr val="FBBF24"/>
                </a:solidFill>
              </a:defRPr>
            </a:pPr>
            <a:r>
              <a:t>AKTIF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MAPPING ZMAP: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JR Converting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PARAMETER HASIL: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Optical Density</a:t>
            </a:r>
            <a:br/>
            <a:r>
              <a:t>(2.378)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AKAR MASALAH VS SOLUSI DINAMIS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Mengapa Logika As-Is Gagal &amp; Bagaimana Solusi Dinamis Bekerja?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❌ KONDISI AS-IS (VARIABEL TUNGGAL)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Hanya menyediakan 1 variabel LOT_JR_CONV dan 1 LOT_SR_CONV di memori program.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Pada alur bertingkat, penelusuran terakhir menimpa variabel lot: LOT_JR_CONV hanya berisi Tahap 7 (JRGLBI).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Akibatnya: Lot Tahap 5 (JRGLAI - Shrinkage/Gloss) dan Tahap 6 (SRGLAI - Surface Tension) TERHAPUS/HILANG dari memori!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Nilai COA untuk Shrinkage, Gloss, dan Surface Tension akhirnya KOSONG ('-').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Jika diakali dengan Hardcode nama material/MIC: Program kaku, tidak scalable, dan rentan merusak skenario lain.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✅ SOLUSI DINAMIS: BATCH GENEALOGY TREE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Mengumpulkan seluruh silsilah order mundur ke internal table koleksi: GT_STAGE_LOTS (Zero Hardcode).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Menampung semua tingkatan sekaligus: Tahap 1, 5, 6, dan 7 tanpa saling menimpa.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Master data ZMAP_COA 100% TETAP (tidak perlu diubah-ubah oleh user).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Pencocokan Dinamis: Program mencari lot di pohon genealogi yang memiliki MIC tersebut di tabel QAMV.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Garansi Zero-Regression: Pada skenario 1-2 tahap normal (QM01-QM04), pohon hanya berisi 1 lot dan langsung selesai seketika.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MEKANISME EKSEKUSI PROGRAM ABAP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Diagram Alur Kerja Penelusuran Genealogi &amp; Pencocokan MIC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4825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🌳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LANGKAH 1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Bentuk Pohon Genealogi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Mulai dari batch DO, telusuri MSEG 101/261 dan MCH1-LICHA. Kumpulkan seluruh batch &amp; Inspection Lot ke GT_STAGE_LOTS.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9504" y="1645920"/>
            <a:ext cx="204825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🏷️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LANGKAH 2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Klasifikasikan Stage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Tentukan STAGE_TYPE ('JR'/'SR') dari 2 digit material dan CATEGORY ('CONV'/'BASE') dari hierarki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1645920"/>
            <a:ext cx="204825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📖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LANGKAH 3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Baca Aturan ZMAP_COA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Ambil konfigurasi master data ZMAP_COA untuk material pengiriman (kolom MAPPING: 'JR Converting', dll).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5472" y="1645920"/>
            <a:ext cx="204825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🎯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LANGKAH 4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Cocokkan MIC Dinamis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Filter lot yang cocok stage-nya, lalu periksa keberadaan VERWMERKM di QAMV. Ambil lot yang valid menguji MIC tsb.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3456" y="1645920"/>
            <a:ext cx="204825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📊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LANGKAH 5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Hitung Rata-Rata (Avg)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Tarik nilai rata-rata dari QAMR/QASE lintas sibling roll dan tampilkan di ALV &amp; cetakan SmartForms.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VERIFIKASI MENYELURUH KASUS QM01 S/D QM17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Matriks Uji Kompatibilitas &amp; Garansi Zero-Regression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920240"/>
          <a:ext cx="101498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291840"/>
                <a:gridCol w="228600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Kategori Skenario UAT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Kondisi Alur Produksi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Perilaku Silsilah Genealogi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Status &amp; Garansi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QM01 - QM02 (Normal Basefilm)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 Tahap (JR Base -&gt; 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Pohon hanya berisi 1 node JR Base. Loop QAMV selesai di percobaan pertama.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🟢 100% Identik As-Is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QM03 - QM04 (Normal Converting)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2-3 Tahap (Base -&gt; JR -&gt; SR)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Pohon berisi 1 JR Conv, 1 SR Conv, 1 JR Base. Penelusuran deterministik.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🟢 100% Identik As-Is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QM05 - QM08 (Change Grade)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Perubahan Grade Roll (Mvt 309)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GET_ORIGINAL_BATCH tetap menembus batch awal sebelum dicatat ke pohon.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🟢 100% Identik As-Is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QM09 - QM10 (Secondary Slitting)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Slitting berulang (SR ke SR)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Silsilah SR induk dan anak terhubung alami via order dan LICHA.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🟢 100% Identik As-Is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DO 85006278 (Multi-Tier 7 Tahap)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BOPP -&gt; Coat 1 -&gt; Metz -&gt; Coat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Seluruh 7 tahapan tertampung lengkap; OD, Shrinkage, Gloss, ST tertarik sempurna.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🟢 Solved 100% Presisi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